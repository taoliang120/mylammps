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57" r:id="rId2"/>
    <p:sldId id="430" r:id="rId3"/>
    <p:sldId id="658" r:id="rId4"/>
    <p:sldId id="659" r:id="rId5"/>
    <p:sldId id="660" r:id="rId6"/>
    <p:sldId id="431" r:id="rId7"/>
  </p:sldIdLst>
  <p:sldSz cx="100584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4AB9C7C-9303-034F-AE38-A933C358BD13}">
          <p14:sldIdLst/>
        </p14:section>
        <p14:section name="main-part" id="{E209A2A6-AB7F-4818-9ED5-7EA8740CFEEC}">
          <p14:sldIdLst>
            <p14:sldId id="657"/>
            <p14:sldId id="430"/>
            <p14:sldId id="658"/>
            <p14:sldId id="659"/>
            <p14:sldId id="660"/>
            <p14:sldId id="431"/>
          </p14:sldIdLst>
        </p14:section>
        <p14:section name="Supplement" id="{46E8A6FD-5BD9-9543-8326-0D271DCD35A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076">
          <p15:clr>
            <a:srgbClr val="A4A3A4"/>
          </p15:clr>
        </p15:guide>
        <p15:guide id="2" pos="3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68">
          <p15:clr>
            <a:srgbClr val="A4A3A4"/>
          </p15:clr>
        </p15:guide>
        <p15:guide id="2" pos="2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0006"/>
    <a:srgbClr val="0AF02A"/>
    <a:srgbClr val="AF0003"/>
    <a:srgbClr val="0833BD"/>
    <a:srgbClr val="FEAFB3"/>
    <a:srgbClr val="1F569D"/>
    <a:srgbClr val="094700"/>
    <a:srgbClr val="DF7679"/>
    <a:srgbClr val="BC4D55"/>
    <a:srgbClr val="B27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87483" autoAdjust="0"/>
  </p:normalViewPr>
  <p:slideViewPr>
    <p:cSldViewPr snapToGrid="0">
      <p:cViewPr>
        <p:scale>
          <a:sx n="144" d="100"/>
          <a:sy n="144" d="100"/>
        </p:scale>
        <p:origin x="312" y="-536"/>
      </p:cViewPr>
      <p:guideLst>
        <p:guide orient="horz" pos="2076"/>
        <p:guide pos="3121"/>
      </p:guideLst>
    </p:cSldViewPr>
  </p:slideViewPr>
  <p:outlineViewPr>
    <p:cViewPr>
      <p:scale>
        <a:sx n="33" d="100"/>
        <a:sy n="33" d="100"/>
      </p:scale>
      <p:origin x="0" y="600"/>
    </p:cViewPr>
  </p:outlin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150" d="100"/>
        <a:sy n="150" d="100"/>
      </p:scale>
      <p:origin x="0" y="33520"/>
    </p:cViewPr>
  </p:sorter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768"/>
        <p:guide pos="2128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7C7B-F74F-4525-98BA-77C7AFF35BDE}" type="datetimeFigureOut">
              <a:rPr lang="de-DE" smtClean="0"/>
              <a:t>21.11.25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B6973-E868-41D0-B407-D1BA509FB89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4E578-1452-4270-8B6F-52CDF1FDC9D0}" type="datetimeFigureOut">
              <a:rPr lang="de-DE" smtClean="0"/>
              <a:t>21.11.25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685800"/>
            <a:ext cx="50292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57407-D781-48E6-94E8-F76791793FD5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220B0-F50A-A837-9D99-D6777F3B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087A3-9C4D-F44B-2FEE-D0E2277CF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35BF5-4F4F-08C9-E699-F85D2518E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detail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dimer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</a:p>
          <a:p>
            <a:pPr marL="228600" indent="-228600">
              <a:buAutoNum type="arabicParenR"/>
            </a:pPr>
            <a:r>
              <a:rPr lang="en-US" altLang="zh-CN" dirty="0"/>
              <a:t>Highlight</a:t>
            </a:r>
            <a:r>
              <a:rPr lang="zh-CN" altLang="en-US" dirty="0"/>
              <a:t> </a:t>
            </a:r>
            <a:r>
              <a:rPr lang="en-US" altLang="zh-CN" dirty="0"/>
              <a:t>elevation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converging</a:t>
            </a:r>
            <a:r>
              <a:rPr lang="zh-CN" altLang="en-US" dirty="0"/>
              <a:t> </a:t>
            </a:r>
            <a:r>
              <a:rPr lang="en-US" altLang="zh-CN" dirty="0"/>
              <a:t>stages</a:t>
            </a:r>
          </a:p>
          <a:p>
            <a:pPr marL="228600" indent="-228600">
              <a:buAutoNum type="arabicParenR"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SP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immediately</a:t>
            </a:r>
            <a:r>
              <a:rPr lang="zh-CN" altLang="en-US" dirty="0"/>
              <a:t> </a:t>
            </a:r>
            <a:r>
              <a:rPr lang="en-US" altLang="zh-CN" dirty="0"/>
              <a:t>connecting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initial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states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 </a:t>
            </a:r>
            <a:r>
              <a:rPr lang="en-US" altLang="zh-CN" dirty="0"/>
              <a:t>connected</a:t>
            </a:r>
            <a:r>
              <a:rPr lang="zh-CN" altLang="en-US" dirty="0"/>
              <a:t> </a:t>
            </a:r>
            <a:r>
              <a:rPr lang="en-US" altLang="zh-CN" dirty="0" err="1"/>
              <a:t>sp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30E6-7821-F071-266E-8D1D722B6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57407-D781-48E6-94E8-F76791793FD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228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altLang="zh-CN" dirty="0"/>
              <a:t>AV</a:t>
            </a:r>
            <a:r>
              <a:rPr lang="zh-CN" altLang="en-US" dirty="0"/>
              <a:t> </a:t>
            </a:r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enough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speed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 err="1"/>
              <a:t>sp</a:t>
            </a:r>
            <a:endParaRPr lang="en-US" altLang="zh-CN" dirty="0"/>
          </a:p>
          <a:p>
            <a:pPr marL="228600" indent="-228600">
              <a:buAutoNum type="arabicParenR"/>
            </a:pPr>
            <a:r>
              <a:rPr lang="en-US" altLang="zh-CN" dirty="0"/>
              <a:t>AV</a:t>
            </a:r>
            <a:r>
              <a:rPr lang="zh-CN" altLang="en-US" dirty="0"/>
              <a:t> </a:t>
            </a:r>
            <a:r>
              <a:rPr lang="en-US" altLang="zh-CN" dirty="0"/>
              <a:t>large</a:t>
            </a:r>
            <a:r>
              <a:rPr lang="zh-CN" altLang="en-US" dirty="0"/>
              <a:t> </a:t>
            </a:r>
            <a:r>
              <a:rPr lang="en-US" altLang="zh-CN" dirty="0"/>
              <a:t>enough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SP</a:t>
            </a:r>
            <a:r>
              <a:rPr lang="zh-CN" altLang="en-US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positions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converged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57407-D781-48E6-94E8-F76791793FD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950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3FDF2-DABC-597E-58C1-0C8D11D2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14E2C-BA6D-8564-364A-C0B10FF77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AC58D-1AE5-5B30-195D-22F25A282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detail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dimer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</a:p>
          <a:p>
            <a:pPr marL="228600" indent="-228600">
              <a:buAutoNum type="arabicParenR"/>
            </a:pPr>
            <a:r>
              <a:rPr lang="en-US" altLang="zh-CN" dirty="0"/>
              <a:t>Highlight</a:t>
            </a:r>
            <a:r>
              <a:rPr lang="zh-CN" altLang="en-US" dirty="0"/>
              <a:t> </a:t>
            </a:r>
            <a:r>
              <a:rPr lang="en-US" altLang="zh-CN" dirty="0"/>
              <a:t>elevation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converging</a:t>
            </a:r>
            <a:r>
              <a:rPr lang="zh-CN" altLang="en-US" dirty="0"/>
              <a:t> </a:t>
            </a:r>
            <a:r>
              <a:rPr lang="en-US" altLang="zh-CN" dirty="0"/>
              <a:t>stages</a:t>
            </a:r>
          </a:p>
          <a:p>
            <a:pPr marL="228600" indent="-228600">
              <a:buAutoNum type="arabicParenR"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SP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immediately</a:t>
            </a:r>
            <a:r>
              <a:rPr lang="zh-CN" altLang="en-US" dirty="0"/>
              <a:t> </a:t>
            </a:r>
            <a:r>
              <a:rPr lang="en-US" altLang="zh-CN" dirty="0"/>
              <a:t>connecting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initial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states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 </a:t>
            </a:r>
            <a:r>
              <a:rPr lang="en-US" altLang="zh-CN" dirty="0"/>
              <a:t>connected</a:t>
            </a:r>
            <a:r>
              <a:rPr lang="zh-CN" altLang="en-US" dirty="0"/>
              <a:t> </a:t>
            </a:r>
            <a:r>
              <a:rPr lang="en-US" altLang="zh-CN" dirty="0" err="1"/>
              <a:t>sp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0F979-101F-1B9F-BD26-A71FAD51F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57407-D781-48E6-94E8-F76791793FD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739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1)</a:t>
            </a:r>
            <a:r>
              <a:rPr lang="zh-CN" altLang="en-US" dirty="0"/>
              <a:t> </a:t>
            </a:r>
            <a:r>
              <a:rPr lang="en-US" altLang="zh-CN" dirty="0"/>
              <a:t>Max</a:t>
            </a:r>
            <a:r>
              <a:rPr lang="zh-CN" altLang="en-US" dirty="0"/>
              <a:t> </a:t>
            </a:r>
            <a:r>
              <a:rPr lang="en-US" altLang="zh-CN" dirty="0"/>
              <a:t>energy</a:t>
            </a:r>
            <a:r>
              <a:rPr lang="zh-CN" altLang="en-US" dirty="0"/>
              <a:t> </a:t>
            </a:r>
            <a:r>
              <a:rPr lang="en-US" altLang="zh-CN" dirty="0"/>
              <a:t>increases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57407-D781-48E6-94E8-F76791793FD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14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585192"/>
            <a:ext cx="10058400" cy="2123728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innerShdw blurRad="1905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sz="1485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2708920"/>
            <a:ext cx="10058400" cy="0"/>
          </a:xfrm>
          <a:prstGeom prst="line">
            <a:avLst/>
          </a:prstGeom>
          <a:ln w="38100">
            <a:solidFill>
              <a:srgbClr val="3C5794"/>
            </a:solidFill>
          </a:ln>
          <a:effectLst>
            <a:outerShdw blurRad="127000" dist="38100" dir="16200000" rotWithShape="0">
              <a:prstClr val="black">
                <a:alpha val="18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585192"/>
            <a:ext cx="10058400" cy="0"/>
          </a:xfrm>
          <a:prstGeom prst="line">
            <a:avLst/>
          </a:prstGeom>
          <a:ln w="38100">
            <a:solidFill>
              <a:srgbClr val="3C579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7656" y="692704"/>
            <a:ext cx="9264072" cy="19442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80000"/>
              </a:lnSpc>
              <a:defRPr lang="de-DE" sz="3300" dirty="0">
                <a:ln w="6350">
                  <a:solidFill>
                    <a:srgbClr val="3F6EA7"/>
                  </a:solidFill>
                </a:ln>
                <a:solidFill>
                  <a:schemeClr val="bg1"/>
                </a:solidFill>
                <a:effectLst>
                  <a:innerShdw blurRad="88900" dist="63500" dir="13500000">
                    <a:prstClr val="black">
                      <a:alpha val="60000"/>
                    </a:prstClr>
                  </a:innerShdw>
                </a:effectLst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1pPr>
          </a:lstStyle>
          <a:p>
            <a:pPr marL="0" lvl="0">
              <a:lnSpc>
                <a:spcPct val="90000"/>
              </a:lnSpc>
            </a:pPr>
            <a:r>
              <a:rPr lang="en-US" dirty="0"/>
              <a:t>Title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2787" y="2852936"/>
            <a:ext cx="8808941" cy="115212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de-DE" b="1" baseline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1pPr>
          </a:lstStyle>
          <a:p>
            <a:pPr lvl="0"/>
            <a:r>
              <a:rPr lang="en-US" dirty="0"/>
              <a:t>Authors</a:t>
            </a:r>
            <a:endParaRPr lang="de-DE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768688" y="6235055"/>
            <a:ext cx="2717068" cy="3866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>
              <a:defRPr lang="de-DE" sz="1980" b="1" smtClean="0">
                <a:solidFill>
                  <a:schemeClr val="accent1">
                    <a:lumMod val="50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1pPr>
          </a:lstStyle>
          <a:p>
            <a:pPr algn="l">
              <a:spcBef>
                <a:spcPts val="495"/>
              </a:spcBef>
              <a:buSzPct val="75000"/>
            </a:pPr>
            <a:r>
              <a:rPr lang="en-SG" dirty="0"/>
              <a:t>April 2017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1" y="0"/>
            <a:ext cx="857250" cy="33047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42039" y="6346954"/>
            <a:ext cx="4560467" cy="2747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56" y="344831"/>
            <a:ext cx="8848143" cy="4725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1pPr>
            <a:lvl2pPr>
              <a:defRPr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2pPr>
            <a:lvl3pPr>
              <a:defRPr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3pPr>
            <a:lvl4pPr>
              <a:defRPr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4pPr>
            <a:lvl5pPr>
              <a:defRPr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021AA-E6C6-4CC8-9A87-11C8058B8D76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300" y="930816"/>
            <a:ext cx="7682134" cy="617860"/>
          </a:xfrm>
        </p:spPr>
        <p:txBody>
          <a:bodyPr anchor="b">
            <a:normAutofit/>
          </a:bodyPr>
          <a:lstStyle>
            <a:lvl1pPr marL="0" indent="0" algn="ctr">
              <a:buNone/>
              <a:defRPr sz="19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021AA-E6C6-4CC8-9A87-11C8058B8D76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02933" y="1693064"/>
            <a:ext cx="8554961" cy="1354936"/>
          </a:xfrm>
        </p:spPr>
        <p:txBody>
          <a:bodyPr>
            <a:normAutofit/>
          </a:bodyPr>
          <a:lstStyle>
            <a:lvl1pPr marL="0" indent="0" algn="ctr">
              <a:buNone/>
              <a:defRPr sz="297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185573" y="1548676"/>
            <a:ext cx="7762462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1581617" y="1620684"/>
            <a:ext cx="68119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1581617" y="3101340"/>
            <a:ext cx="7792255" cy="32826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31341" y="1729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271849" y="988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9226" y="908056"/>
            <a:ext cx="9810433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1" y="304110"/>
            <a:ext cx="8958261" cy="47254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8D021AA-E6C6-4CC8-9A87-11C8058B8D76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Cha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9226" y="908056"/>
            <a:ext cx="9810433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8D021AA-E6C6-4CC8-9A87-11C8058B8D7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Q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9226" y="908056"/>
            <a:ext cx="9810433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0" y="310528"/>
            <a:ext cx="8958261" cy="4725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8D021AA-E6C6-4CC8-9A87-11C8058B8D7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Charg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9226" y="908056"/>
            <a:ext cx="9810433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8D021AA-E6C6-4CC8-9A87-11C8058B8D7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9226" y="908056"/>
            <a:ext cx="9810433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8D021AA-E6C6-4CC8-9A87-11C8058B8D7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Supp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" y="0"/>
            <a:ext cx="8623283" cy="246221"/>
          </a:xfrm>
          <a:prstGeom prst="rect">
            <a:avLst/>
          </a:prstGeom>
          <a:noFill/>
        </p:spPr>
        <p:txBody>
          <a:bodyPr wrap="none" lIns="80190" tIns="0" rIns="0" bIns="44550" rtlCol="0" anchor="ctr" anchorCtr="0">
            <a:noAutofit/>
          </a:bodyPr>
          <a:lstStyle/>
          <a:p>
            <a:pPr marL="0" marR="0" indent="0" algn="l" defTabSz="7537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155" b="1" baseline="0" noProof="0" dirty="0">
                <a:solidFill>
                  <a:schemeClr val="bg1"/>
                </a:solidFill>
                <a:latin typeface="+mn-lt"/>
                <a:sym typeface="Wingdings 3" panose="05040102010807070707"/>
              </a:rPr>
              <a:t>supplementary information</a:t>
            </a:r>
            <a:endParaRPr lang="en-US" sz="1155" b="0" dirty="0">
              <a:solidFill>
                <a:srgbClr val="9CAED6"/>
              </a:solidFill>
              <a:latin typeface="+mn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9226" y="908056"/>
            <a:ext cx="9810433" cy="561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8127" y="349616"/>
            <a:ext cx="8958261" cy="4725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8D021AA-E6C6-4CC8-9A87-11C8058B8D76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021AA-E6C6-4CC8-9A87-11C8058B8D76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117" y="288758"/>
            <a:ext cx="8549640" cy="5542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273117" y="1010653"/>
            <a:ext cx="9416315" cy="53580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63168" y="842964"/>
            <a:ext cx="184731" cy="320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85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17093" y="1187116"/>
            <a:ext cx="4443665" cy="51688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17093" y="352926"/>
            <a:ext cx="9473668" cy="44917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5358063" y="1187116"/>
            <a:ext cx="4532698" cy="51688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CCD0F0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6664888"/>
            <a:ext cx="10058400" cy="216341"/>
          </a:xfrm>
          <a:prstGeom prst="rect">
            <a:avLst/>
          </a:prstGeom>
          <a:gradFill flip="none" rotWithShape="1">
            <a:gsLst>
              <a:gs pos="83000">
                <a:schemeClr val="accent6">
                  <a:lumMod val="75000"/>
                </a:schemeClr>
              </a:gs>
              <a:gs pos="98000">
                <a:schemeClr val="bg1"/>
              </a:gs>
            </a:gsLst>
            <a:path path="rect">
              <a:fillToRect r="100000" b="100000"/>
            </a:path>
            <a:tileRect l="-100000" t="-100000"/>
          </a:gradFill>
          <a:ln>
            <a:noFill/>
          </a:ln>
          <a:effectLst>
            <a:innerShdw blurRad="1905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55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6475" y="6649613"/>
            <a:ext cx="712879" cy="196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5" b="1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defRPr>
            </a:lvl1pPr>
          </a:lstStyle>
          <a:p>
            <a:fld id="{B8D021AA-E6C6-4CC8-9A87-11C8058B8D76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836840"/>
            <a:ext cx="10058400" cy="5820800"/>
          </a:xfrm>
          <a:prstGeom prst="rect">
            <a:avLst/>
          </a:prstGeom>
          <a:gradFill flip="none" rotWithShape="1">
            <a:gsLst>
              <a:gs pos="95000">
                <a:schemeClr val="bg1"/>
              </a:gs>
              <a:gs pos="100000">
                <a:schemeClr val="bg1">
                  <a:alpha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85">
              <a:solidFill>
                <a:schemeClr val="lt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838"/>
            <a:ext cx="10058400" cy="812869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>
            <a:innerShdw blurRad="1905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85"/>
          </a:p>
        </p:txBody>
      </p:sp>
      <p:sp>
        <p:nvSpPr>
          <p:cNvPr id="23" name="Rectangle 22"/>
          <p:cNvSpPr/>
          <p:nvPr userDrawn="1"/>
        </p:nvSpPr>
        <p:spPr>
          <a:xfrm>
            <a:off x="0" y="318812"/>
            <a:ext cx="10058400" cy="48847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0000">
                <a:schemeClr val="accent6">
                  <a:lumMod val="75000"/>
                </a:schemeClr>
              </a:gs>
              <a:gs pos="19000">
                <a:schemeClr val="tx2">
                  <a:lumMod val="40000"/>
                  <a:lumOff val="60000"/>
                </a:schemeClr>
              </a:gs>
            </a:gsLst>
            <a:lin ang="10800000" scaled="0"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485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18256" y="1066184"/>
            <a:ext cx="9821892" cy="553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118256" y="345228"/>
            <a:ext cx="9940144" cy="472546"/>
          </a:xfrm>
          <a:prstGeom prst="rect">
            <a:avLst/>
          </a:prstGeom>
        </p:spPr>
        <p:txBody>
          <a:bodyPr vert="horz" lIns="91440" tIns="36000" rIns="91440" bIns="18000" rtlCol="0" anchor="ctr">
            <a:noAutofit/>
          </a:bodyPr>
          <a:lstStyle/>
          <a:p>
            <a:r>
              <a:rPr lang="de-DE" dirty="0"/>
              <a:t>Title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0" y="322879"/>
            <a:ext cx="10058400" cy="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101600" dist="12700" dir="16200000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996222" y="51118"/>
            <a:ext cx="3000275" cy="18072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6" y="-8177"/>
            <a:ext cx="857250" cy="330477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101898" y="6652246"/>
            <a:ext cx="78021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charset="0"/>
                <a:ea typeface="Lucida Fax" charset="0"/>
                <a:cs typeface="Lucida Fax" charset="0"/>
              </a:rPr>
              <a:t>The Original Computation of Energy and Advanced Nano Materials (OCEAN) Group 		http://</a:t>
            </a:r>
            <a:r>
              <a:rPr lang="en-US" sz="900" b="1" i="0" kern="1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charset="0"/>
                <a:ea typeface="Lucida Fax" charset="0"/>
                <a:cs typeface="Lucida Fax" charset="0"/>
              </a:rPr>
              <a:t>xhx.utk.edu</a:t>
            </a:r>
            <a:endParaRPr lang="en-US" sz="900" b="1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Fax" charset="0"/>
              <a:ea typeface="Lucida Fax" charset="0"/>
              <a:cs typeface="Lucida Fax" charset="0"/>
            </a:endParaRP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820954"/>
            <a:ext cx="10058400" cy="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101600" dist="12700" dir="16200000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753745" rtl="0" eaLnBrk="1" latinLnBrk="0" hangingPunct="1">
        <a:spcBef>
          <a:spcPct val="0"/>
        </a:spcBef>
        <a:buNone/>
        <a:defRPr sz="2310" b="0" kern="1200">
          <a:solidFill>
            <a:schemeClr val="bg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1pPr>
    </p:titleStyle>
    <p:bodyStyle>
      <a:lvl1pPr marL="282575" indent="-282575" algn="l" defTabSz="753745" rtl="0" eaLnBrk="1" latinLnBrk="0" hangingPunct="1">
        <a:spcBef>
          <a:spcPts val="495"/>
        </a:spcBef>
        <a:buSzPct val="75000"/>
        <a:buFont typeface="Wingdings" panose="05000000000000000000" pitchFamily="2" charset="2"/>
        <a:buChar char="v"/>
        <a:defRPr sz="1980" kern="1200">
          <a:solidFill>
            <a:schemeClr val="accent1">
              <a:lumMod val="50000"/>
            </a:schemeClr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1pPr>
      <a:lvl2pPr marL="514985" indent="-218440" algn="l" defTabSz="753745" rtl="0" eaLnBrk="1" latinLnBrk="0" hangingPunct="1">
        <a:spcBef>
          <a:spcPts val="330"/>
        </a:spcBef>
        <a:buSzPct val="70000"/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2pPr>
      <a:lvl3pPr marL="739775" indent="-225425" algn="l" defTabSz="753745" rtl="0" eaLnBrk="1" latinLnBrk="0" hangingPunct="1">
        <a:spcBef>
          <a:spcPts val="330"/>
        </a:spcBef>
        <a:buFont typeface="Arial" panose="020B0604020202090204" pitchFamily="34" charset="0"/>
        <a:buChar char="•"/>
        <a:defRPr sz="1485" kern="12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3pPr>
      <a:lvl4pPr marL="958850" indent="-218440" algn="l" defTabSz="753745" rtl="0" eaLnBrk="1" latinLnBrk="0" hangingPunct="1">
        <a:spcBef>
          <a:spcPts val="250"/>
        </a:spcBef>
        <a:buFont typeface="Calibri" pitchFamily="34" charset="0"/>
        <a:buChar char="−"/>
        <a:defRPr sz="1320" kern="12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4pPr>
      <a:lvl5pPr marL="1183640" indent="-225425" algn="l" defTabSz="753745" rtl="0" eaLnBrk="1" latinLnBrk="0" hangingPunct="1">
        <a:spcBef>
          <a:spcPts val="0"/>
        </a:spcBef>
        <a:buFont typeface="Symbol" pitchFamily="18" charset="2"/>
        <a:buChar char="-"/>
        <a:defRPr sz="1320" kern="12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</a:defRPr>
      </a:lvl5pPr>
      <a:lvl6pPr marL="2074545" indent="-188595" algn="l" defTabSz="753745" rtl="0" eaLnBrk="1" latinLnBrk="0" hangingPunct="1">
        <a:spcBef>
          <a:spcPct val="20000"/>
        </a:spcBef>
        <a:buFont typeface="Arial" panose="020B060402020209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3745" rtl="0" eaLnBrk="1" latinLnBrk="0" hangingPunct="1">
        <a:spcBef>
          <a:spcPct val="20000"/>
        </a:spcBef>
        <a:buFont typeface="Arial" panose="020B060402020209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3745" rtl="0" eaLnBrk="1" latinLnBrk="0" hangingPunct="1">
        <a:spcBef>
          <a:spcPct val="20000"/>
        </a:spcBef>
        <a:buFont typeface="Arial" panose="020B060402020209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3745" rtl="0" eaLnBrk="1" latinLnBrk="0" hangingPunct="1">
        <a:spcBef>
          <a:spcPct val="20000"/>
        </a:spcBef>
        <a:buFont typeface="Arial" panose="020B060402020209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3745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0162-74BF-D7FE-7FAD-C4D974480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0E3B0-819A-EDEA-B773-4EE2A468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5DD83F-2F4C-CF63-C7B0-840FA4B34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Dimer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endParaRPr lang="en-US" dirty="0"/>
          </a:p>
        </p:txBody>
      </p:sp>
      <p:pic>
        <p:nvPicPr>
          <p:cNvPr id="63" name="Picture 62" descr="A diagram of a solar system&#10;&#10;AI-generated content may be incorrect.">
            <a:extLst>
              <a:ext uri="{FF2B5EF4-FFF2-40B4-BE49-F238E27FC236}">
                <a16:creationId xmlns:a16="http://schemas.microsoft.com/office/drawing/2014/main" id="{FEB612FA-BE64-61F8-AA5C-FBB0E8A17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4" y="944883"/>
            <a:ext cx="4019348" cy="2891698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5E3D1682-1405-7EB8-D5C2-3434C7D4E6BF}"/>
              </a:ext>
            </a:extLst>
          </p:cNvPr>
          <p:cNvGrpSpPr/>
          <p:nvPr/>
        </p:nvGrpSpPr>
        <p:grpSpPr>
          <a:xfrm>
            <a:off x="5293162" y="913155"/>
            <a:ext cx="4369752" cy="3393851"/>
            <a:chOff x="768668" y="1269365"/>
            <a:chExt cx="4369752" cy="3393851"/>
          </a:xfrm>
        </p:grpSpPr>
        <p:pic>
          <p:nvPicPr>
            <p:cNvPr id="68" name="Picture 67" descr="en_168">
              <a:extLst>
                <a:ext uri="{FF2B5EF4-FFF2-40B4-BE49-F238E27FC236}">
                  <a16:creationId xmlns:a16="http://schemas.microsoft.com/office/drawing/2014/main" id="{31D9FDD2-EA2D-0DE3-3012-56418636E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9170" y="1269365"/>
              <a:ext cx="4159250" cy="3119755"/>
            </a:xfrm>
            <a:prstGeom prst="rect">
              <a:avLst/>
            </a:prstGeom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28B9289-A7C1-C6AD-7E98-79A34539E293}"/>
                </a:ext>
              </a:extLst>
            </p:cNvPr>
            <p:cNvGrpSpPr/>
            <p:nvPr/>
          </p:nvGrpSpPr>
          <p:grpSpPr>
            <a:xfrm>
              <a:off x="768668" y="1290320"/>
              <a:ext cx="4172850" cy="3372896"/>
              <a:chOff x="768668" y="1290320"/>
              <a:chExt cx="4172850" cy="3372896"/>
            </a:xfrm>
          </p:grpSpPr>
          <p:sp>
            <p:nvSpPr>
              <p:cNvPr id="70" name="Text Box 5">
                <a:extLst>
                  <a:ext uri="{FF2B5EF4-FFF2-40B4-BE49-F238E27FC236}">
                    <a16:creationId xmlns:a16="http://schemas.microsoft.com/office/drawing/2014/main" id="{17DCE2A6-DA2B-2FDF-8467-2B6B414C592D}"/>
                  </a:ext>
                </a:extLst>
              </p:cNvPr>
              <p:cNvSpPr txBox="1"/>
              <p:nvPr/>
            </p:nvSpPr>
            <p:spPr>
              <a:xfrm>
                <a:off x="2103179" y="4294916"/>
                <a:ext cx="198755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  <a:cs typeface="Times New Roman Regular" panose="02020603050405020304" charset="0"/>
                  </a:rPr>
                  <a:t>Translation steps</a:t>
                </a:r>
              </a:p>
            </p:txBody>
          </p:sp>
          <p:sp>
            <p:nvSpPr>
              <p:cNvPr id="71" name="Text Box 6">
                <a:extLst>
                  <a:ext uri="{FF2B5EF4-FFF2-40B4-BE49-F238E27FC236}">
                    <a16:creationId xmlns:a16="http://schemas.microsoft.com/office/drawing/2014/main" id="{A3C984C0-705E-2B18-9447-E6FFCDB677A1}"/>
                  </a:ext>
                </a:extLst>
              </p:cNvPr>
              <p:cNvSpPr txBox="1"/>
              <p:nvPr/>
            </p:nvSpPr>
            <p:spPr>
              <a:xfrm rot="16200000">
                <a:off x="258445" y="2634615"/>
                <a:ext cx="138874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>
                    <a:latin typeface="+mj-lt"/>
                    <a:cs typeface="Times New Roman Regular" panose="02020603050405020304" charset="0"/>
                    <a:sym typeface="+mn-ea"/>
                  </a:rPr>
                  <a:t>Energy (eV)</a:t>
                </a:r>
              </a:p>
            </p:txBody>
          </p:sp>
          <p:sp>
            <p:nvSpPr>
              <p:cNvPr id="72" name="Text Box 20">
                <a:extLst>
                  <a:ext uri="{FF2B5EF4-FFF2-40B4-BE49-F238E27FC236}">
                    <a16:creationId xmlns:a16="http://schemas.microsoft.com/office/drawing/2014/main" id="{1D19B060-30C1-5D8E-7F9C-A2C177111766}"/>
                  </a:ext>
                </a:extLst>
              </p:cNvPr>
              <p:cNvSpPr txBox="1"/>
              <p:nvPr/>
            </p:nvSpPr>
            <p:spPr>
              <a:xfrm>
                <a:off x="1566475" y="2146056"/>
                <a:ext cx="1195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C0006"/>
                    </a:solidFill>
                    <a:latin typeface="+mj-lt"/>
                    <a:cs typeface="Arial" panose="020B0604020202020204" pitchFamily="34" charset="0"/>
                  </a:rPr>
                  <a:t>Elevation</a:t>
                </a:r>
                <a:endParaRPr lang="en-US" b="1" dirty="0">
                  <a:solidFill>
                    <a:srgbClr val="FC0006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3" name="Text Box 21">
                <a:extLst>
                  <a:ext uri="{FF2B5EF4-FFF2-40B4-BE49-F238E27FC236}">
                    <a16:creationId xmlns:a16="http://schemas.microsoft.com/office/drawing/2014/main" id="{B24D7442-2FC8-B02A-5B3D-798EB252640F}"/>
                  </a:ext>
                </a:extLst>
              </p:cNvPr>
              <p:cNvSpPr txBox="1"/>
              <p:nvPr/>
            </p:nvSpPr>
            <p:spPr>
              <a:xfrm>
                <a:off x="3263943" y="2163364"/>
                <a:ext cx="1372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+mj-lt"/>
                    <a:cs typeface="Arial" panose="020B0604020202020204" pitchFamily="34" charset="0"/>
                  </a:rPr>
                  <a:t>Converging</a:t>
                </a:r>
                <a:endParaRPr lang="en-US" dirty="0"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4" name="Text Box 29">
                <a:extLst>
                  <a:ext uri="{FF2B5EF4-FFF2-40B4-BE49-F238E27FC236}">
                    <a16:creationId xmlns:a16="http://schemas.microsoft.com/office/drawing/2014/main" id="{FF0B887E-D07C-83D7-ED2C-FCBF45BD5779}"/>
                  </a:ext>
                </a:extLst>
              </p:cNvPr>
              <p:cNvSpPr txBox="1"/>
              <p:nvPr/>
            </p:nvSpPr>
            <p:spPr>
              <a:xfrm>
                <a:off x="4298263" y="3472800"/>
                <a:ext cx="643255" cy="2457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>
                    <a:latin typeface="+mj-lt"/>
                    <a:cs typeface="Times New Roman Regular" panose="02020603050405020304" charset="0"/>
                  </a:rPr>
                  <a:t>0.64 eV</a:t>
                </a: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AFA3607-D981-729B-BFB6-340B6D1B297F}"/>
                  </a:ext>
                </a:extLst>
              </p:cNvPr>
              <p:cNvCxnSpPr/>
              <p:nvPr/>
            </p:nvCxnSpPr>
            <p:spPr>
              <a:xfrm>
                <a:off x="2889250" y="1692275"/>
                <a:ext cx="0" cy="237744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D6AA89F-98D7-3904-1E12-4B641B1816DB}"/>
                  </a:ext>
                </a:extLst>
              </p:cNvPr>
              <p:cNvSpPr/>
              <p:nvPr/>
            </p:nvSpPr>
            <p:spPr>
              <a:xfrm>
                <a:off x="2815590" y="1678940"/>
                <a:ext cx="182880" cy="182880"/>
              </a:xfrm>
              <a:prstGeom prst="ellipse">
                <a:avLst/>
              </a:prstGeom>
              <a:solidFill>
                <a:schemeClr val="accent1">
                  <a:alpha val="21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77" name="Text Box 33">
                <a:extLst>
                  <a:ext uri="{FF2B5EF4-FFF2-40B4-BE49-F238E27FC236}">
                    <a16:creationId xmlns:a16="http://schemas.microsoft.com/office/drawing/2014/main" id="{0469EE3A-B0B2-E179-E09C-1620D259C326}"/>
                  </a:ext>
                </a:extLst>
              </p:cNvPr>
              <p:cNvSpPr txBox="1"/>
              <p:nvPr/>
            </p:nvSpPr>
            <p:spPr>
              <a:xfrm>
                <a:off x="2606675" y="1290320"/>
                <a:ext cx="7124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latin typeface="+mj-lt"/>
                    <a:cs typeface="Arial Italic" panose="020B0604020202020204" charset="0"/>
                  </a:rPr>
                  <a:t>max</a:t>
                </a:r>
              </a:p>
            </p:txBody>
          </p:sp>
        </p:grpSp>
      </p:grpSp>
      <p:sp>
        <p:nvSpPr>
          <p:cNvPr id="78" name="Text Box 33">
            <a:extLst>
              <a:ext uri="{FF2B5EF4-FFF2-40B4-BE49-F238E27FC236}">
                <a16:creationId xmlns:a16="http://schemas.microsoft.com/office/drawing/2014/main" id="{E799974D-F400-0588-1EE6-A2FD20EEF807}"/>
              </a:ext>
            </a:extLst>
          </p:cNvPr>
          <p:cNvSpPr txBox="1"/>
          <p:nvPr/>
        </p:nvSpPr>
        <p:spPr>
          <a:xfrm>
            <a:off x="3555366" y="1656328"/>
            <a:ext cx="712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  <a:cs typeface="Arial Italic" panose="020B0604020202020204" charset="0"/>
              </a:rPr>
              <a:t>max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168826-94A4-120F-15CB-C46CD1244A08}"/>
              </a:ext>
            </a:extLst>
          </p:cNvPr>
          <p:cNvCxnSpPr>
            <a:cxnSpLocks/>
          </p:cNvCxnSpPr>
          <p:nvPr/>
        </p:nvCxnSpPr>
        <p:spPr>
          <a:xfrm flipH="1" flipV="1">
            <a:off x="7922205" y="2297828"/>
            <a:ext cx="199329" cy="327257"/>
          </a:xfrm>
          <a:prstGeom prst="line">
            <a:avLst/>
          </a:prstGeom>
          <a:ln w="254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E5C57EF-BF13-2F26-F1D7-1853BE423225}"/>
              </a:ext>
            </a:extLst>
          </p:cNvPr>
          <p:cNvCxnSpPr>
            <a:cxnSpLocks/>
          </p:cNvCxnSpPr>
          <p:nvPr/>
        </p:nvCxnSpPr>
        <p:spPr>
          <a:xfrm flipH="1">
            <a:off x="6731025" y="2287263"/>
            <a:ext cx="174259" cy="371538"/>
          </a:xfrm>
          <a:prstGeom prst="line">
            <a:avLst/>
          </a:prstGeom>
          <a:ln w="254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6BCE1F8-8752-9596-A848-4D0060016012}"/>
              </a:ext>
            </a:extLst>
          </p:cNvPr>
          <p:cNvSpPr txBox="1"/>
          <p:nvPr/>
        </p:nvSpPr>
        <p:spPr>
          <a:xfrm>
            <a:off x="5603868" y="4828255"/>
            <a:ext cx="4159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zh-CN" sz="1600" dirty="0">
                <a:latin typeface="+mj-lt"/>
              </a:rPr>
              <a:t>Elevation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stage: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dimer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translates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uphill</a:t>
            </a:r>
          </a:p>
          <a:p>
            <a:pPr marL="342900" indent="-342900">
              <a:buAutoNum type="arabicParenR"/>
            </a:pPr>
            <a:r>
              <a:rPr lang="en-US" altLang="zh-CN" sz="1600" dirty="0">
                <a:latin typeface="+mj-lt"/>
              </a:rPr>
              <a:t>Converging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stage: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dimer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translates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downhill</a:t>
            </a:r>
            <a:endParaRPr lang="en-US" sz="1600" dirty="0">
              <a:latin typeface="+mj-lt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A871C3-0A0A-F77C-120C-CE5D84D0BE9F}"/>
              </a:ext>
            </a:extLst>
          </p:cNvPr>
          <p:cNvSpPr txBox="1"/>
          <p:nvPr/>
        </p:nvSpPr>
        <p:spPr>
          <a:xfrm>
            <a:off x="6257303" y="6312117"/>
            <a:ext cx="380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+mj-lt"/>
              </a:rPr>
              <a:t>G.</a:t>
            </a:r>
            <a:r>
              <a:rPr lang="zh-CN" altLang="en-US" sz="1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+mj-lt"/>
              </a:rPr>
              <a:t>Henkelman and H. Jonsson, J</a:t>
            </a:r>
            <a:r>
              <a:rPr lang="en-US" altLang="zh-CN" sz="1400" dirty="0">
                <a:solidFill>
                  <a:srgbClr val="FF0000"/>
                </a:solidFill>
                <a:latin typeface="+mj-lt"/>
              </a:rPr>
              <a:t>CP</a:t>
            </a:r>
            <a:r>
              <a:rPr lang="zh-CN" altLang="en-US" sz="1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+mj-lt"/>
              </a:rPr>
              <a:t>111,</a:t>
            </a:r>
            <a:r>
              <a:rPr lang="zh-CN" altLang="en-US" sz="1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+mj-lt"/>
              </a:rPr>
              <a:t>(1999)</a:t>
            </a:r>
            <a:r>
              <a:rPr lang="en-US" sz="1400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92" name="Picture 91" descr="A group of circles with letters on a black background&#10;&#10;AI-generated content may be incorrect.">
            <a:extLst>
              <a:ext uri="{FF2B5EF4-FFF2-40B4-BE49-F238E27FC236}">
                <a16:creationId xmlns:a16="http://schemas.microsoft.com/office/drawing/2014/main" id="{EE7BDBFC-CC7F-1196-0099-75EC387333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" y="4032910"/>
            <a:ext cx="1621010" cy="1913582"/>
          </a:xfrm>
          <a:prstGeom prst="rect">
            <a:avLst/>
          </a:prstGeom>
        </p:spPr>
      </p:pic>
      <p:sp>
        <p:nvSpPr>
          <p:cNvPr id="93" name="Text Box 95">
            <a:extLst>
              <a:ext uri="{FF2B5EF4-FFF2-40B4-BE49-F238E27FC236}">
                <a16:creationId xmlns:a16="http://schemas.microsoft.com/office/drawing/2014/main" id="{7A04F71D-CBCA-8551-C8BD-3A421CBA79EA}"/>
              </a:ext>
            </a:extLst>
          </p:cNvPr>
          <p:cNvSpPr txBox="1"/>
          <p:nvPr/>
        </p:nvSpPr>
        <p:spPr>
          <a:xfrm>
            <a:off x="108155" y="6127451"/>
            <a:ext cx="455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86EFC-F8BF-3D25-B16B-1EA6C8328397}"/>
              </a:ext>
            </a:extLst>
          </p:cNvPr>
          <p:cNvSpPr txBox="1"/>
          <p:nvPr/>
        </p:nvSpPr>
        <p:spPr>
          <a:xfrm>
            <a:off x="671278" y="2734250"/>
            <a:ext cx="527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E48B8-DB64-63A5-E59C-F7EE457303A8}"/>
              </a:ext>
            </a:extLst>
          </p:cNvPr>
          <p:cNvSpPr txBox="1"/>
          <p:nvPr/>
        </p:nvSpPr>
        <p:spPr>
          <a:xfrm>
            <a:off x="726360" y="3515878"/>
            <a:ext cx="527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30153-3961-CBC1-47D2-AAAB480040DE}"/>
              </a:ext>
            </a:extLst>
          </p:cNvPr>
          <p:cNvSpPr txBox="1"/>
          <p:nvPr/>
        </p:nvSpPr>
        <p:spPr>
          <a:xfrm>
            <a:off x="1308515" y="3323993"/>
            <a:ext cx="604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869DB8-6B8E-2169-7634-02B81DE87FE9}"/>
              </a:ext>
            </a:extLst>
          </p:cNvPr>
          <p:cNvCxnSpPr/>
          <p:nvPr/>
        </p:nvCxnSpPr>
        <p:spPr>
          <a:xfrm>
            <a:off x="1198352" y="3278777"/>
            <a:ext cx="205905" cy="90433"/>
          </a:xfrm>
          <a:prstGeom prst="straightConnector1">
            <a:avLst/>
          </a:prstGeom>
          <a:ln w="28575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E64318-A6EC-F401-DE32-BE3842E37F35}"/>
              </a:ext>
            </a:extLst>
          </p:cNvPr>
          <p:cNvCxnSpPr>
            <a:cxnSpLocks/>
          </p:cNvCxnSpPr>
          <p:nvPr/>
        </p:nvCxnSpPr>
        <p:spPr>
          <a:xfrm flipH="1">
            <a:off x="934815" y="3325999"/>
            <a:ext cx="167795" cy="224170"/>
          </a:xfrm>
          <a:prstGeom prst="straightConnector1">
            <a:avLst/>
          </a:prstGeom>
          <a:ln w="28575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35D376-C735-E728-56B9-99138D9130B6}"/>
              </a:ext>
            </a:extLst>
          </p:cNvPr>
          <p:cNvCxnSpPr>
            <a:cxnSpLocks/>
          </p:cNvCxnSpPr>
          <p:nvPr/>
        </p:nvCxnSpPr>
        <p:spPr>
          <a:xfrm flipH="1" flipV="1">
            <a:off x="900563" y="2956514"/>
            <a:ext cx="202047" cy="228013"/>
          </a:xfrm>
          <a:prstGeom prst="straightConnector1">
            <a:avLst/>
          </a:prstGeom>
          <a:ln w="28575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A11F89B-C314-FD2F-B1FD-91794DE04E01}"/>
              </a:ext>
            </a:extLst>
          </p:cNvPr>
          <p:cNvSpPr txBox="1"/>
          <p:nvPr/>
        </p:nvSpPr>
        <p:spPr>
          <a:xfrm>
            <a:off x="1520554" y="2939715"/>
            <a:ext cx="527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164790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EAC88-BDA0-D72D-5F8E-CCD26197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793324-EAA0-27BB-C49A-494FD107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7721E7-1EB7-5352-0CFE-C4F6900ED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Active</a:t>
            </a:r>
            <a:r>
              <a:rPr lang="zh-CN" altLang="en-US" dirty="0"/>
              <a:t> </a:t>
            </a:r>
            <a:r>
              <a:rPr lang="en-US" altLang="zh-CN" dirty="0"/>
              <a:t>volume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F7147-5637-7C1D-5334-AF5BBD48E0A7}"/>
              </a:ext>
            </a:extLst>
          </p:cNvPr>
          <p:cNvSpPr txBox="1"/>
          <p:nvPr/>
        </p:nvSpPr>
        <p:spPr>
          <a:xfrm>
            <a:off x="104172" y="6199910"/>
            <a:ext cx="5139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H.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Xu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and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et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al,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J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sz="1400" dirty="0" err="1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Phy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: Condensed Matter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24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(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2012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)</a:t>
            </a:r>
            <a:endParaRPr lang="en-US" sz="1400" dirty="0">
              <a:solidFill>
                <a:srgbClr val="FF0000"/>
              </a:solidFill>
              <a:effectLst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D3B80-B892-85DE-08B4-926F31DF0282}"/>
              </a:ext>
            </a:extLst>
          </p:cNvPr>
          <p:cNvSpPr txBox="1"/>
          <p:nvPr/>
        </p:nvSpPr>
        <p:spPr>
          <a:xfrm>
            <a:off x="5694745" y="6199910"/>
            <a:ext cx="3704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H.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Xu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and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et al, </a:t>
            </a:r>
            <a:r>
              <a:rPr lang="en-US" sz="1400" dirty="0" err="1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Comput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Mat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Sci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100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(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2015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)</a:t>
            </a:r>
            <a:endParaRPr lang="en-US" sz="1400" dirty="0">
              <a:solidFill>
                <a:srgbClr val="FF0000"/>
              </a:solidFill>
              <a:effectLst/>
              <a:latin typeface="+mj-lt"/>
              <a:ea typeface="等线" panose="02010600030101010101" pitchFamily="2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0D7115-DEE8-4AFF-E2C7-F338C5E66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2" y="1302039"/>
            <a:ext cx="5023413" cy="390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35EF7C7-603D-EB9F-1553-641DF565C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118" y="842964"/>
            <a:ext cx="3347889" cy="334788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F17B0EF-FB4F-BB95-FB5F-9E8384CD289B}"/>
              </a:ext>
            </a:extLst>
          </p:cNvPr>
          <p:cNvSpPr txBox="1"/>
          <p:nvPr/>
        </p:nvSpPr>
        <p:spPr>
          <a:xfrm>
            <a:off x="5872965" y="4332779"/>
            <a:ext cx="37501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  <a:p>
            <a:pPr marL="342900" indent="-342900">
              <a:buAutoNum type="arabicParenR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defects</a:t>
            </a:r>
          </a:p>
          <a:p>
            <a:pPr marL="342900" indent="-342900">
              <a:buAutoNum type="arabicParenR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Seakmc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(self-evolving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atomistic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kinetic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Carlo)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7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F1CE-4F7F-A6FE-BBDB-BE2A495B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en_168">
            <a:extLst>
              <a:ext uri="{FF2B5EF4-FFF2-40B4-BE49-F238E27FC236}">
                <a16:creationId xmlns:a16="http://schemas.microsoft.com/office/drawing/2014/main" id="{ADC586D5-C162-86A3-A988-DFC221A6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54" t="14741" r="11278" b="13885"/>
          <a:stretch>
            <a:fillRect/>
          </a:stretch>
        </p:blipFill>
        <p:spPr>
          <a:xfrm>
            <a:off x="1888557" y="2207773"/>
            <a:ext cx="6501458" cy="364365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00A0F-EB5D-7093-A958-1970F859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56AFC8-3767-13BC-4662-AD7F9B695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One Vacancy one He (1V1He) in Fe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D87189-A795-1253-F7B2-CB926975AE14}"/>
              </a:ext>
            </a:extLst>
          </p:cNvPr>
          <p:cNvCxnSpPr>
            <a:cxnSpLocks/>
          </p:cNvCxnSpPr>
          <p:nvPr/>
        </p:nvCxnSpPr>
        <p:spPr>
          <a:xfrm>
            <a:off x="1407695" y="6036032"/>
            <a:ext cx="7546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36FA0A-8EAE-14FA-9EB0-CF990E79294C}"/>
              </a:ext>
            </a:extLst>
          </p:cNvPr>
          <p:cNvCxnSpPr>
            <a:cxnSpLocks/>
          </p:cNvCxnSpPr>
          <p:nvPr/>
        </p:nvCxnSpPr>
        <p:spPr>
          <a:xfrm flipV="1">
            <a:off x="1407695" y="1608131"/>
            <a:ext cx="0" cy="444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D4287F3-461A-669B-8EA3-83C9914A248A}"/>
              </a:ext>
            </a:extLst>
          </p:cNvPr>
          <p:cNvSpPr txBox="1"/>
          <p:nvPr/>
        </p:nvSpPr>
        <p:spPr>
          <a:xfrm>
            <a:off x="3735021" y="6266145"/>
            <a:ext cx="285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coordinates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67A107-48E4-589A-268A-020C8646EC10}"/>
              </a:ext>
            </a:extLst>
          </p:cNvPr>
          <p:cNvSpPr txBox="1"/>
          <p:nvPr/>
        </p:nvSpPr>
        <p:spPr>
          <a:xfrm rot="16200000">
            <a:off x="357717" y="3548774"/>
            <a:ext cx="113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ECCAC8-A0C5-84B8-2EC9-7E3E8D18B6CA}"/>
              </a:ext>
            </a:extLst>
          </p:cNvPr>
          <p:cNvGrpSpPr/>
          <p:nvPr/>
        </p:nvGrpSpPr>
        <p:grpSpPr>
          <a:xfrm>
            <a:off x="1591097" y="4483930"/>
            <a:ext cx="822960" cy="822960"/>
            <a:chOff x="2115972" y="4364154"/>
            <a:chExt cx="1102848" cy="1076849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5F441D5-B954-4489-3F30-C86239D3ED55}"/>
                </a:ext>
              </a:extLst>
            </p:cNvPr>
            <p:cNvSpPr/>
            <p:nvPr/>
          </p:nvSpPr>
          <p:spPr>
            <a:xfrm>
              <a:off x="2615585" y="4868069"/>
              <a:ext cx="118427" cy="1196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B1C911E-939D-108F-2163-B3641DAFB8DB}"/>
                </a:ext>
              </a:extLst>
            </p:cNvPr>
            <p:cNvSpPr/>
            <p:nvPr/>
          </p:nvSpPr>
          <p:spPr>
            <a:xfrm>
              <a:off x="2115972" y="4364154"/>
              <a:ext cx="1102848" cy="1076849"/>
            </a:xfrm>
            <a:prstGeom prst="ellipse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9CB0252-648F-371F-D144-2C189FF48D42}"/>
              </a:ext>
            </a:extLst>
          </p:cNvPr>
          <p:cNvSpPr txBox="1"/>
          <p:nvPr/>
        </p:nvSpPr>
        <p:spPr>
          <a:xfrm>
            <a:off x="1826293" y="5303203"/>
            <a:ext cx="58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</a:t>
            </a:r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5F9180-6FC4-7208-1E05-F5C5E7F8B19B}"/>
              </a:ext>
            </a:extLst>
          </p:cNvPr>
          <p:cNvGrpSpPr/>
          <p:nvPr/>
        </p:nvGrpSpPr>
        <p:grpSpPr>
          <a:xfrm>
            <a:off x="7518107" y="1067204"/>
            <a:ext cx="1458401" cy="1374530"/>
            <a:chOff x="-289365" y="1018280"/>
            <a:chExt cx="1875094" cy="178761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909519-0B9C-2DCF-324A-12B911D9DD3C}"/>
                </a:ext>
              </a:extLst>
            </p:cNvPr>
            <p:cNvSpPr txBox="1"/>
            <p:nvPr/>
          </p:nvSpPr>
          <p:spPr>
            <a:xfrm>
              <a:off x="-289365" y="1018280"/>
              <a:ext cx="1875094" cy="1746552"/>
            </a:xfrm>
            <a:prstGeom prst="rect">
              <a:avLst/>
            </a:prstGeom>
            <a:noFill/>
            <a:ln w="12700"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9E7433-6ACA-FA3B-9206-9A0BF933D6AB}"/>
                </a:ext>
              </a:extLst>
            </p:cNvPr>
            <p:cNvSpPr/>
            <p:nvPr/>
          </p:nvSpPr>
          <p:spPr>
            <a:xfrm>
              <a:off x="591036" y="1746344"/>
              <a:ext cx="118427" cy="1296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C612B3-DD02-21B4-AE4A-91FC40DAE66C}"/>
                </a:ext>
              </a:extLst>
            </p:cNvPr>
            <p:cNvSpPr/>
            <p:nvPr/>
          </p:nvSpPr>
          <p:spPr>
            <a:xfrm>
              <a:off x="91423" y="1272721"/>
              <a:ext cx="1102848" cy="1076849"/>
            </a:xfrm>
            <a:prstGeom prst="ellipse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2A309A-B935-BEAF-4176-6994BFE07EF3}"/>
                </a:ext>
              </a:extLst>
            </p:cNvPr>
            <p:cNvSpPr txBox="1"/>
            <p:nvPr/>
          </p:nvSpPr>
          <p:spPr>
            <a:xfrm>
              <a:off x="257289" y="1289007"/>
              <a:ext cx="936981" cy="400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1V1He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E5E77EB-67E9-0977-EBE1-B2747C44EE8C}"/>
                </a:ext>
              </a:extLst>
            </p:cNvPr>
            <p:cNvSpPr txBox="1"/>
            <p:nvPr/>
          </p:nvSpPr>
          <p:spPr>
            <a:xfrm>
              <a:off x="392661" y="2365597"/>
              <a:ext cx="782773" cy="440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839889F-E194-07D2-DC74-B5F3CAEE3C8D}"/>
              </a:ext>
            </a:extLst>
          </p:cNvPr>
          <p:cNvGrpSpPr/>
          <p:nvPr/>
        </p:nvGrpSpPr>
        <p:grpSpPr>
          <a:xfrm>
            <a:off x="2692621" y="2927829"/>
            <a:ext cx="822960" cy="822960"/>
            <a:chOff x="2115972" y="4364154"/>
            <a:chExt cx="1102848" cy="1076849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7F701DF-C2AA-3AE1-78F5-A13D746CA100}"/>
                </a:ext>
              </a:extLst>
            </p:cNvPr>
            <p:cNvSpPr/>
            <p:nvPr/>
          </p:nvSpPr>
          <p:spPr>
            <a:xfrm>
              <a:off x="2615585" y="4868069"/>
              <a:ext cx="118427" cy="119650"/>
            </a:xfrm>
            <a:prstGeom prst="ellipse">
              <a:avLst/>
            </a:prstGeom>
            <a:noFill/>
            <a:ln w="127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D35506E-6D64-A72C-8DD7-ECC23B9123A4}"/>
                </a:ext>
              </a:extLst>
            </p:cNvPr>
            <p:cNvSpPr/>
            <p:nvPr/>
          </p:nvSpPr>
          <p:spPr>
            <a:xfrm>
              <a:off x="2115972" y="4364154"/>
              <a:ext cx="1102848" cy="1076849"/>
            </a:xfrm>
            <a:prstGeom prst="ellipse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86FB40D-8A9F-D032-6070-F748D6549009}"/>
              </a:ext>
            </a:extLst>
          </p:cNvPr>
          <p:cNvSpPr txBox="1"/>
          <p:nvPr/>
        </p:nvSpPr>
        <p:spPr>
          <a:xfrm>
            <a:off x="2927817" y="3747102"/>
            <a:ext cx="58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t-1</a:t>
            </a:r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9855D42-4456-6FC8-8AD2-19527F1100CA}"/>
              </a:ext>
            </a:extLst>
          </p:cNvPr>
          <p:cNvSpPr/>
          <p:nvPr/>
        </p:nvSpPr>
        <p:spPr>
          <a:xfrm>
            <a:off x="3148389" y="3199117"/>
            <a:ext cx="88372" cy="91440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00D170-5547-C3E4-DB35-1CE5C14A839D}"/>
              </a:ext>
            </a:extLst>
          </p:cNvPr>
          <p:cNvGrpSpPr/>
          <p:nvPr/>
        </p:nvGrpSpPr>
        <p:grpSpPr>
          <a:xfrm>
            <a:off x="3496685" y="1770556"/>
            <a:ext cx="822960" cy="822960"/>
            <a:chOff x="2115972" y="4364154"/>
            <a:chExt cx="1102848" cy="1076849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714043A-C804-F658-BD74-B6BFF435D0D3}"/>
                </a:ext>
              </a:extLst>
            </p:cNvPr>
            <p:cNvSpPr/>
            <p:nvPr/>
          </p:nvSpPr>
          <p:spPr>
            <a:xfrm>
              <a:off x="2615585" y="4868069"/>
              <a:ext cx="118427" cy="119650"/>
            </a:xfrm>
            <a:prstGeom prst="ellipse">
              <a:avLst/>
            </a:prstGeom>
            <a:noFill/>
            <a:ln w="127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8D6CBE0-6DA2-C944-FFCB-30F948DD0219}"/>
                </a:ext>
              </a:extLst>
            </p:cNvPr>
            <p:cNvSpPr/>
            <p:nvPr/>
          </p:nvSpPr>
          <p:spPr>
            <a:xfrm>
              <a:off x="2115972" y="4364154"/>
              <a:ext cx="1102848" cy="1076849"/>
            </a:xfrm>
            <a:prstGeom prst="ellipse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5B99B82-3FED-7EE2-B3B7-ED28012EF6A0}"/>
              </a:ext>
            </a:extLst>
          </p:cNvPr>
          <p:cNvSpPr txBox="1"/>
          <p:nvPr/>
        </p:nvSpPr>
        <p:spPr>
          <a:xfrm>
            <a:off x="3637971" y="2550085"/>
            <a:ext cx="58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t</a:t>
            </a:r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97D22D5-CCE7-07AA-91BB-B495F540451A}"/>
              </a:ext>
            </a:extLst>
          </p:cNvPr>
          <p:cNvSpPr/>
          <p:nvPr/>
        </p:nvSpPr>
        <p:spPr>
          <a:xfrm>
            <a:off x="3987799" y="2016990"/>
            <a:ext cx="88372" cy="91440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1CF84F0-4B24-7AF9-3B9C-B31A11B9B79C}"/>
              </a:ext>
            </a:extLst>
          </p:cNvPr>
          <p:cNvSpPr/>
          <p:nvPr/>
        </p:nvSpPr>
        <p:spPr>
          <a:xfrm>
            <a:off x="3931853" y="2065215"/>
            <a:ext cx="88372" cy="91440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C1B1658-CE30-285E-D873-A61DF5403214}"/>
              </a:ext>
            </a:extLst>
          </p:cNvPr>
          <p:cNvGrpSpPr/>
          <p:nvPr/>
        </p:nvGrpSpPr>
        <p:grpSpPr>
          <a:xfrm>
            <a:off x="7494817" y="4461409"/>
            <a:ext cx="822960" cy="822960"/>
            <a:chOff x="2115972" y="4364154"/>
            <a:chExt cx="1102848" cy="107684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A6AD112-9D4A-0AE7-5DEA-A45E298F1901}"/>
                </a:ext>
              </a:extLst>
            </p:cNvPr>
            <p:cNvSpPr/>
            <p:nvPr/>
          </p:nvSpPr>
          <p:spPr>
            <a:xfrm>
              <a:off x="2615585" y="4868069"/>
              <a:ext cx="118427" cy="119650"/>
            </a:xfrm>
            <a:prstGeom prst="ellipse">
              <a:avLst/>
            </a:prstGeom>
            <a:noFill/>
            <a:ln w="127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35DD74A-DB55-AF7F-C7BF-BF5155EC1675}"/>
                </a:ext>
              </a:extLst>
            </p:cNvPr>
            <p:cNvSpPr/>
            <p:nvPr/>
          </p:nvSpPr>
          <p:spPr>
            <a:xfrm>
              <a:off x="2115972" y="4364154"/>
              <a:ext cx="1102848" cy="1076849"/>
            </a:xfrm>
            <a:prstGeom prst="ellipse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D9F6BE2E-A1E1-DCB5-AA0D-6C8915C9970D}"/>
              </a:ext>
            </a:extLst>
          </p:cNvPr>
          <p:cNvSpPr txBox="1"/>
          <p:nvPr/>
        </p:nvSpPr>
        <p:spPr>
          <a:xfrm>
            <a:off x="7730013" y="5280682"/>
            <a:ext cx="58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T</a:t>
            </a:r>
            <a:endParaRPr lang="en-US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9741EC8-2E30-4B1A-6FA4-EA858FCCBF10}"/>
              </a:ext>
            </a:extLst>
          </p:cNvPr>
          <p:cNvSpPr/>
          <p:nvPr/>
        </p:nvSpPr>
        <p:spPr>
          <a:xfrm>
            <a:off x="7996885" y="4813722"/>
            <a:ext cx="88372" cy="91440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5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275184-1992-C5F2-5874-CC8022AA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ACEDFF-4179-13E8-BA0E-DECC315C6580}"/>
              </a:ext>
            </a:extLst>
          </p:cNvPr>
          <p:cNvGrpSpPr>
            <a:grpSpLocks noChangeAspect="1"/>
          </p:cNvGrpSpPr>
          <p:nvPr/>
        </p:nvGrpSpPr>
        <p:grpSpPr>
          <a:xfrm>
            <a:off x="3091554" y="1565303"/>
            <a:ext cx="960625" cy="914400"/>
            <a:chOff x="801612" y="1596408"/>
            <a:chExt cx="1573163" cy="1497463"/>
          </a:xfrm>
        </p:grpSpPr>
        <p:pic>
          <p:nvPicPr>
            <p:cNvPr id="6" name="Picture 5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76980131-9FF9-72D8-7922-D857B678E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2" t="12771" r="22123" b="9307"/>
            <a:stretch>
              <a:fillRect/>
            </a:stretch>
          </p:blipFill>
          <p:spPr>
            <a:xfrm>
              <a:off x="801612" y="1596408"/>
              <a:ext cx="1573163" cy="1497463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7F84774-A9FE-8FD9-0A54-04DE0DD13C5A}"/>
                </a:ext>
              </a:extLst>
            </p:cNvPr>
            <p:cNvSpPr/>
            <p:nvPr/>
          </p:nvSpPr>
          <p:spPr>
            <a:xfrm>
              <a:off x="1331869" y="2182819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DAD2D2F-1BE4-A964-731A-77CF4E9A66D4}"/>
              </a:ext>
            </a:extLst>
          </p:cNvPr>
          <p:cNvGrpSpPr>
            <a:grpSpLocks noChangeAspect="1"/>
          </p:cNvGrpSpPr>
          <p:nvPr/>
        </p:nvGrpSpPr>
        <p:grpSpPr>
          <a:xfrm>
            <a:off x="7279953" y="1561087"/>
            <a:ext cx="944035" cy="914400"/>
            <a:chOff x="6785421" y="2580294"/>
            <a:chExt cx="1544780" cy="1496291"/>
          </a:xfrm>
        </p:grpSpPr>
        <p:pic>
          <p:nvPicPr>
            <p:cNvPr id="9" name="Picture 8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C95152BD-4511-EC33-44CB-AFBB2DF59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37" t="12771" r="22545" b="9308"/>
            <a:stretch>
              <a:fillRect/>
            </a:stretch>
          </p:blipFill>
          <p:spPr>
            <a:xfrm>
              <a:off x="6785421" y="2580294"/>
              <a:ext cx="1544780" cy="1496291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2A0CE60-C8CB-9536-B881-B9EE048BCFB2}"/>
                </a:ext>
              </a:extLst>
            </p:cNvPr>
            <p:cNvSpPr/>
            <p:nvPr/>
          </p:nvSpPr>
          <p:spPr>
            <a:xfrm>
              <a:off x="7522854" y="3304064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529A5F4-D488-B329-818D-4FB8AAC73DD0}"/>
              </a:ext>
            </a:extLst>
          </p:cNvPr>
          <p:cNvSpPr txBox="1"/>
          <p:nvPr/>
        </p:nvSpPr>
        <p:spPr>
          <a:xfrm>
            <a:off x="3108410" y="1284071"/>
            <a:ext cx="926912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C2035-9F81-960A-AB03-BED847A7B37E}"/>
              </a:ext>
            </a:extLst>
          </p:cNvPr>
          <p:cNvSpPr txBox="1"/>
          <p:nvPr/>
        </p:nvSpPr>
        <p:spPr>
          <a:xfrm>
            <a:off x="7159894" y="1298967"/>
            <a:ext cx="1184152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9D894-A998-D3B4-3782-5D7A5FD3CE70}"/>
              </a:ext>
            </a:extLst>
          </p:cNvPr>
          <p:cNvSpPr txBox="1"/>
          <p:nvPr/>
        </p:nvSpPr>
        <p:spPr>
          <a:xfrm>
            <a:off x="3377564" y="4140152"/>
            <a:ext cx="42470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75CF6-F202-4758-C718-9031F8BE26D9}"/>
              </a:ext>
            </a:extLst>
          </p:cNvPr>
          <p:cNvSpPr txBox="1"/>
          <p:nvPr/>
        </p:nvSpPr>
        <p:spPr>
          <a:xfrm>
            <a:off x="7627945" y="4147096"/>
            <a:ext cx="317802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77ACC2-593B-2E1F-7E88-901C67A4565A}"/>
              </a:ext>
            </a:extLst>
          </p:cNvPr>
          <p:cNvSpPr txBox="1"/>
          <p:nvPr/>
        </p:nvSpPr>
        <p:spPr>
          <a:xfrm>
            <a:off x="4745116" y="4125805"/>
            <a:ext cx="76200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1A123-9DB8-5FFA-42DF-68D1127381AA}"/>
              </a:ext>
            </a:extLst>
          </p:cNvPr>
          <p:cNvSpPr txBox="1"/>
          <p:nvPr/>
        </p:nvSpPr>
        <p:spPr>
          <a:xfrm>
            <a:off x="6266913" y="4131768"/>
            <a:ext cx="521328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5E621D-9817-9C72-B77A-F08B99CF80E5}"/>
              </a:ext>
            </a:extLst>
          </p:cNvPr>
          <p:cNvCxnSpPr>
            <a:cxnSpLocks/>
          </p:cNvCxnSpPr>
          <p:nvPr/>
        </p:nvCxnSpPr>
        <p:spPr>
          <a:xfrm>
            <a:off x="6559867" y="4246662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13E95A-1989-F625-222D-C5C01CFEEBF1}"/>
              </a:ext>
            </a:extLst>
          </p:cNvPr>
          <p:cNvCxnSpPr/>
          <p:nvPr/>
        </p:nvCxnSpPr>
        <p:spPr>
          <a:xfrm flipV="1">
            <a:off x="5157165" y="4187012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600F45-8C80-0137-9B9E-3B1E6D3D8FBC}"/>
              </a:ext>
            </a:extLst>
          </p:cNvPr>
          <p:cNvCxnSpPr>
            <a:cxnSpLocks/>
          </p:cNvCxnSpPr>
          <p:nvPr/>
        </p:nvCxnSpPr>
        <p:spPr>
          <a:xfrm flipH="1">
            <a:off x="5133884" y="4298785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63D307-FE18-6ACF-FBC3-E40108281C21}"/>
              </a:ext>
            </a:extLst>
          </p:cNvPr>
          <p:cNvCxnSpPr/>
          <p:nvPr/>
        </p:nvCxnSpPr>
        <p:spPr>
          <a:xfrm flipV="1">
            <a:off x="3614118" y="4258105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2221D6-22E8-7987-A92B-46D702412EA2}"/>
                  </a:ext>
                </a:extLst>
              </p:cNvPr>
              <p:cNvSpPr txBox="1"/>
              <p:nvPr/>
            </p:nvSpPr>
            <p:spPr>
              <a:xfrm>
                <a:off x="5048987" y="3894973"/>
                <a:ext cx="1116523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2221D6-22E8-7987-A92B-46D702412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987" y="3894973"/>
                <a:ext cx="1116523" cy="230832"/>
              </a:xfrm>
              <a:prstGeom prst="rect">
                <a:avLst/>
              </a:prstGeom>
              <a:blipFill>
                <a:blip r:embed="rId4"/>
                <a:stretch>
                  <a:fillRect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EDC85A-BE8B-5C5E-6DD3-7833A6974B75}"/>
                  </a:ext>
                </a:extLst>
              </p:cNvPr>
              <p:cNvSpPr txBox="1"/>
              <p:nvPr/>
            </p:nvSpPr>
            <p:spPr>
              <a:xfrm>
                <a:off x="5032081" y="4397807"/>
                <a:ext cx="1116523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EDC85A-BE8B-5C5E-6DD3-7833A697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081" y="4397807"/>
                <a:ext cx="1116523" cy="230832"/>
              </a:xfrm>
              <a:prstGeom prst="rect">
                <a:avLst/>
              </a:prstGeom>
              <a:blipFill>
                <a:blip r:embed="rId5"/>
                <a:stretch>
                  <a:fillRect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CF828C4-1E25-3936-AAA3-67BBEB8806E6}"/>
              </a:ext>
            </a:extLst>
          </p:cNvPr>
          <p:cNvGrpSpPr>
            <a:grpSpLocks noChangeAspect="1"/>
          </p:cNvGrpSpPr>
          <p:nvPr/>
        </p:nvGrpSpPr>
        <p:grpSpPr>
          <a:xfrm>
            <a:off x="5888176" y="1566902"/>
            <a:ext cx="952290" cy="914400"/>
            <a:chOff x="4855840" y="1597489"/>
            <a:chExt cx="1558293" cy="1496291"/>
          </a:xfrm>
        </p:grpSpPr>
        <p:pic>
          <p:nvPicPr>
            <p:cNvPr id="24" name="Picture 23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95DF8196-405D-8710-48B3-B64CC370B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37" t="12771" r="22034" b="9308"/>
            <a:stretch>
              <a:fillRect/>
            </a:stretch>
          </p:blipFill>
          <p:spPr>
            <a:xfrm>
              <a:off x="4855840" y="1597489"/>
              <a:ext cx="1558293" cy="1496291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B7E4EF4-E995-C8AB-5720-D3CA3DAE67B2}"/>
                </a:ext>
              </a:extLst>
            </p:cNvPr>
            <p:cNvSpPr/>
            <p:nvPr/>
          </p:nvSpPr>
          <p:spPr>
            <a:xfrm>
              <a:off x="5593267" y="2307399"/>
              <a:ext cx="192024" cy="1920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C3A3B52-434D-A8B0-20BC-2057086497F8}"/>
                </a:ext>
              </a:extLst>
            </p:cNvPr>
            <p:cNvSpPr/>
            <p:nvPr/>
          </p:nvSpPr>
          <p:spPr>
            <a:xfrm>
              <a:off x="5537853" y="2279694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B301901-DC47-788E-D3FE-3993B597DD2A}"/>
                </a:ext>
              </a:extLst>
            </p:cNvPr>
            <p:cNvSpPr/>
            <p:nvPr/>
          </p:nvSpPr>
          <p:spPr>
            <a:xfrm>
              <a:off x="5936503" y="1969714"/>
              <a:ext cx="329184" cy="329184"/>
            </a:xfrm>
            <a:prstGeom prst="ellipse">
              <a:avLst/>
            </a:prstGeom>
            <a:solidFill>
              <a:srgbClr val="1731DB">
                <a:alpha val="3978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619BCC5-D82F-4BD5-78A6-6D4747EFAB57}"/>
                </a:ext>
              </a:extLst>
            </p:cNvPr>
            <p:cNvSpPr/>
            <p:nvPr/>
          </p:nvSpPr>
          <p:spPr>
            <a:xfrm>
              <a:off x="5731744" y="2367155"/>
              <a:ext cx="329184" cy="329184"/>
            </a:xfrm>
            <a:prstGeom prst="ellipse">
              <a:avLst/>
            </a:prstGeom>
            <a:solidFill>
              <a:srgbClr val="1731DB">
                <a:alpha val="205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255EC29-76A9-821C-F5DC-BE78DBD4E4D1}"/>
                </a:ext>
              </a:extLst>
            </p:cNvPr>
            <p:cNvSpPr/>
            <p:nvPr/>
          </p:nvSpPr>
          <p:spPr>
            <a:xfrm>
              <a:off x="5070259" y="1979284"/>
              <a:ext cx="329184" cy="329184"/>
            </a:xfrm>
            <a:prstGeom prst="ellipse">
              <a:avLst/>
            </a:prstGeom>
            <a:solidFill>
              <a:srgbClr val="1731DB">
                <a:alpha val="5390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EE433BD-A247-31EA-F741-D08FF3097F5C}"/>
              </a:ext>
            </a:extLst>
          </p:cNvPr>
          <p:cNvSpPr txBox="1"/>
          <p:nvPr/>
        </p:nvSpPr>
        <p:spPr>
          <a:xfrm>
            <a:off x="5755700" y="1278219"/>
            <a:ext cx="1371601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FD08BF-C798-1580-2155-8E560A3D953F}"/>
              </a:ext>
            </a:extLst>
          </p:cNvPr>
          <p:cNvGrpSpPr>
            <a:grpSpLocks noChangeAspect="1"/>
          </p:cNvGrpSpPr>
          <p:nvPr/>
        </p:nvGrpSpPr>
        <p:grpSpPr>
          <a:xfrm>
            <a:off x="4446528" y="1562919"/>
            <a:ext cx="1005840" cy="914400"/>
            <a:chOff x="2756585" y="1590521"/>
            <a:chExt cx="1645919" cy="1496291"/>
          </a:xfrm>
        </p:grpSpPr>
        <p:pic>
          <p:nvPicPr>
            <p:cNvPr id="32" name="Picture 31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F503427A-CF55-2E62-6906-33159DFD7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44" t="12771" r="19908" b="9308"/>
            <a:stretch>
              <a:fillRect/>
            </a:stretch>
          </p:blipFill>
          <p:spPr>
            <a:xfrm>
              <a:off x="2756585" y="1590521"/>
              <a:ext cx="1645919" cy="1496291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7A58F83-7A42-B972-E946-528AE14BBC70}"/>
                </a:ext>
              </a:extLst>
            </p:cNvPr>
            <p:cNvSpPr/>
            <p:nvPr/>
          </p:nvSpPr>
          <p:spPr>
            <a:xfrm>
              <a:off x="3529185" y="2304116"/>
              <a:ext cx="192024" cy="1920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C2B24F1-66A6-6FD9-95F3-283D4F07D8CE}"/>
                </a:ext>
              </a:extLst>
            </p:cNvPr>
            <p:cNvSpPr/>
            <p:nvPr/>
          </p:nvSpPr>
          <p:spPr>
            <a:xfrm>
              <a:off x="3341494" y="2215574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C57D1FA-6074-CA4E-076F-2A9ED1D9F453}"/>
                </a:ext>
              </a:extLst>
            </p:cNvPr>
            <p:cNvSpPr/>
            <p:nvPr/>
          </p:nvSpPr>
          <p:spPr>
            <a:xfrm>
              <a:off x="3868736" y="1962746"/>
              <a:ext cx="329184" cy="329184"/>
            </a:xfrm>
            <a:prstGeom prst="ellipse">
              <a:avLst/>
            </a:prstGeom>
            <a:solidFill>
              <a:srgbClr val="1731DB">
                <a:alpha val="61925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103E05B-0E95-B153-AE8D-67D185F1B66C}"/>
                </a:ext>
              </a:extLst>
            </p:cNvPr>
            <p:cNvSpPr/>
            <p:nvPr/>
          </p:nvSpPr>
          <p:spPr>
            <a:xfrm>
              <a:off x="3663977" y="2360187"/>
              <a:ext cx="329184" cy="329184"/>
            </a:xfrm>
            <a:prstGeom prst="ellipse">
              <a:avLst/>
            </a:prstGeom>
            <a:solidFill>
              <a:srgbClr val="1731DB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7709541-7ED0-FE57-E3B4-659203593FFD}"/>
                </a:ext>
              </a:extLst>
            </p:cNvPr>
            <p:cNvSpPr/>
            <p:nvPr/>
          </p:nvSpPr>
          <p:spPr>
            <a:xfrm>
              <a:off x="3002492" y="1972316"/>
              <a:ext cx="329184" cy="329184"/>
            </a:xfrm>
            <a:prstGeom prst="ellipse">
              <a:avLst/>
            </a:prstGeom>
            <a:solidFill>
              <a:srgbClr val="1731DB">
                <a:alpha val="400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6E32D22-B43E-7714-C974-AE610897204F}"/>
              </a:ext>
            </a:extLst>
          </p:cNvPr>
          <p:cNvSpPr txBox="1"/>
          <p:nvPr/>
        </p:nvSpPr>
        <p:spPr>
          <a:xfrm>
            <a:off x="4263648" y="1268008"/>
            <a:ext cx="137160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230EB8-BDE4-ECE4-F81A-A40A3D5CBEF8}"/>
              </a:ext>
            </a:extLst>
          </p:cNvPr>
          <p:cNvCxnSpPr/>
          <p:nvPr/>
        </p:nvCxnSpPr>
        <p:spPr>
          <a:xfrm>
            <a:off x="3523897" y="2549625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F861EF-B48D-9674-AAE1-4F335CF08370}"/>
              </a:ext>
            </a:extLst>
          </p:cNvPr>
          <p:cNvCxnSpPr/>
          <p:nvPr/>
        </p:nvCxnSpPr>
        <p:spPr>
          <a:xfrm>
            <a:off x="4949448" y="2529075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0AC4C8-D09F-1DF7-FCE4-C0A3CA448C70}"/>
              </a:ext>
            </a:extLst>
          </p:cNvPr>
          <p:cNvCxnSpPr/>
          <p:nvPr/>
        </p:nvCxnSpPr>
        <p:spPr>
          <a:xfrm>
            <a:off x="6395496" y="2513756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C24164-7931-CCA4-E846-1198388B9B17}"/>
              </a:ext>
            </a:extLst>
          </p:cNvPr>
          <p:cNvCxnSpPr/>
          <p:nvPr/>
        </p:nvCxnSpPr>
        <p:spPr>
          <a:xfrm>
            <a:off x="7736732" y="2513755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diagram of different types of graphing&#10;&#10;AI-generated content may be incorrect.">
            <a:extLst>
              <a:ext uri="{FF2B5EF4-FFF2-40B4-BE49-F238E27FC236}">
                <a16:creationId xmlns:a16="http://schemas.microsoft.com/office/drawing/2014/main" id="{626151BE-55EF-E61E-1D8A-0B367E206E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0" t="82149" r="25847" b="16517"/>
          <a:stretch>
            <a:fillRect/>
          </a:stretch>
        </p:blipFill>
        <p:spPr>
          <a:xfrm>
            <a:off x="8146685" y="2879680"/>
            <a:ext cx="457200" cy="91440"/>
          </a:xfrm>
          <a:prstGeom prst="rect">
            <a:avLst/>
          </a:prstGeom>
        </p:spPr>
      </p:pic>
      <p:pic>
        <p:nvPicPr>
          <p:cNvPr id="44" name="Picture 43" descr="A diagram of different types of graphing&#10;&#10;AI-generated content may be incorrect.">
            <a:extLst>
              <a:ext uri="{FF2B5EF4-FFF2-40B4-BE49-F238E27FC236}">
                <a16:creationId xmlns:a16="http://schemas.microsoft.com/office/drawing/2014/main" id="{036E6410-4528-7B7C-AFBC-52F339D03C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4" t="88657" r="25613" b="10010"/>
          <a:stretch>
            <a:fillRect/>
          </a:stretch>
        </p:blipFill>
        <p:spPr>
          <a:xfrm>
            <a:off x="8146685" y="3087011"/>
            <a:ext cx="457200" cy="91440"/>
          </a:xfrm>
          <a:prstGeom prst="rect">
            <a:avLst/>
          </a:prstGeom>
        </p:spPr>
      </p:pic>
      <p:pic>
        <p:nvPicPr>
          <p:cNvPr id="45" name="Picture 44" descr="A diagram of different types of graphing&#10;&#10;AI-generated content may be incorrect.">
            <a:extLst>
              <a:ext uri="{FF2B5EF4-FFF2-40B4-BE49-F238E27FC236}">
                <a16:creationId xmlns:a16="http://schemas.microsoft.com/office/drawing/2014/main" id="{853148CC-254F-C8C0-BA2F-E1928BC65B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0" t="94656" r="25847" b="4011"/>
          <a:stretch>
            <a:fillRect/>
          </a:stretch>
        </p:blipFill>
        <p:spPr>
          <a:xfrm>
            <a:off x="8134860" y="3297756"/>
            <a:ext cx="457200" cy="9144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3B64520-A862-F9A0-ACD9-87F2C5A17ED3}"/>
              </a:ext>
            </a:extLst>
          </p:cNvPr>
          <p:cNvSpPr txBox="1"/>
          <p:nvPr/>
        </p:nvSpPr>
        <p:spPr>
          <a:xfrm>
            <a:off x="8657047" y="2809118"/>
            <a:ext cx="940385" cy="1873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:Atom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C7D3CB-0F7B-C7A9-C507-6C3B474616D6}"/>
              </a:ext>
            </a:extLst>
          </p:cNvPr>
          <p:cNvSpPr txBox="1"/>
          <p:nvPr/>
        </p:nvSpPr>
        <p:spPr>
          <a:xfrm>
            <a:off x="8657047" y="3038909"/>
            <a:ext cx="9403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:Bond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94A417-A72A-BACF-CE38-635A42775E54}"/>
              </a:ext>
            </a:extLst>
          </p:cNvPr>
          <p:cNvSpPr txBox="1"/>
          <p:nvPr/>
        </p:nvSpPr>
        <p:spPr>
          <a:xfrm>
            <a:off x="8657047" y="3265997"/>
            <a:ext cx="106170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:Angle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9C05A5-C15C-0930-4690-58CA345AE63B}"/>
              </a:ext>
            </a:extLst>
          </p:cNvPr>
          <p:cNvSpPr/>
          <p:nvPr/>
        </p:nvSpPr>
        <p:spPr>
          <a:xfrm>
            <a:off x="8468633" y="1981131"/>
            <a:ext cx="110067" cy="111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4B7B23-6DB1-1114-D7F5-FBEF693BEE6B}"/>
              </a:ext>
            </a:extLst>
          </p:cNvPr>
          <p:cNvSpPr txBox="1"/>
          <p:nvPr/>
        </p:nvSpPr>
        <p:spPr>
          <a:xfrm>
            <a:off x="8637006" y="1923385"/>
            <a:ext cx="106170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:Dislocations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131E450-568D-6539-5C1B-95C3485067A7}"/>
              </a:ext>
            </a:extLst>
          </p:cNvPr>
          <p:cNvSpPr/>
          <p:nvPr/>
        </p:nvSpPr>
        <p:spPr>
          <a:xfrm>
            <a:off x="3218101" y="3817345"/>
            <a:ext cx="4727645" cy="932406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F23D251-ACC5-D124-3F9F-F7F58FA5DFAC}"/>
              </a:ext>
            </a:extLst>
          </p:cNvPr>
          <p:cNvCxnSpPr/>
          <p:nvPr/>
        </p:nvCxnSpPr>
        <p:spPr>
          <a:xfrm>
            <a:off x="3521940" y="3516920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46B5E7-214D-D8CB-B2CD-028199BB91A8}"/>
              </a:ext>
            </a:extLst>
          </p:cNvPr>
          <p:cNvCxnSpPr/>
          <p:nvPr/>
        </p:nvCxnSpPr>
        <p:spPr>
          <a:xfrm>
            <a:off x="4956223" y="3516920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533EF9-6815-AC09-C82E-2A6EE11412B4}"/>
              </a:ext>
            </a:extLst>
          </p:cNvPr>
          <p:cNvCxnSpPr/>
          <p:nvPr/>
        </p:nvCxnSpPr>
        <p:spPr>
          <a:xfrm>
            <a:off x="6393539" y="3495731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861746D-8642-8663-E551-965C2BD6DD6C}"/>
              </a:ext>
            </a:extLst>
          </p:cNvPr>
          <p:cNvCxnSpPr/>
          <p:nvPr/>
        </p:nvCxnSpPr>
        <p:spPr>
          <a:xfrm>
            <a:off x="7728651" y="3496372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19EA516-3188-1266-79E4-A976E2892183}"/>
              </a:ext>
            </a:extLst>
          </p:cNvPr>
          <p:cNvSpPr txBox="1"/>
          <p:nvPr/>
        </p:nvSpPr>
        <p:spPr>
          <a:xfrm>
            <a:off x="4282458" y="4801314"/>
            <a:ext cx="270558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Geometric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d</a:t>
            </a:r>
            <a:r>
              <a:rPr lang="en-US" dirty="0">
                <a:solidFill>
                  <a:schemeClr val="tx2"/>
                </a:solidFill>
              </a:rPr>
              <a:t>iffusion </a:t>
            </a:r>
            <a:r>
              <a:rPr lang="en-US" altLang="zh-CN" dirty="0">
                <a:solidFill>
                  <a:schemeClr val="tx2"/>
                </a:solidFill>
              </a:rPr>
              <a:t>m</a:t>
            </a:r>
            <a:r>
              <a:rPr lang="en-US" dirty="0">
                <a:solidFill>
                  <a:schemeClr val="tx2"/>
                </a:solidFill>
              </a:rPr>
              <a:t>odel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278BA4-5F1D-2BF6-33F3-EA63859DB215}"/>
              </a:ext>
            </a:extLst>
          </p:cNvPr>
          <p:cNvSpPr/>
          <p:nvPr/>
        </p:nvSpPr>
        <p:spPr>
          <a:xfrm>
            <a:off x="223130" y="1600183"/>
            <a:ext cx="1397286" cy="7618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SEAKMC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EA6E512-24AD-1470-2E56-693B06742D5F}"/>
              </a:ext>
            </a:extLst>
          </p:cNvPr>
          <p:cNvSpPr/>
          <p:nvPr/>
        </p:nvSpPr>
        <p:spPr>
          <a:xfrm>
            <a:off x="252010" y="5257817"/>
            <a:ext cx="1397286" cy="7618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SEAKMC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93D2A5-2A29-14CF-45A0-FFC323BA9136}"/>
              </a:ext>
            </a:extLst>
          </p:cNvPr>
          <p:cNvSpPr txBox="1"/>
          <p:nvPr/>
        </p:nvSpPr>
        <p:spPr>
          <a:xfrm>
            <a:off x="216745" y="2428429"/>
            <a:ext cx="1356096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Thorough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defective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MLIPs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59782A-C60E-55AA-E94D-ACF373DA4A1B}"/>
              </a:ext>
            </a:extLst>
          </p:cNvPr>
          <p:cNvSpPr txBox="1"/>
          <p:nvPr/>
        </p:nvSpPr>
        <p:spPr>
          <a:xfrm>
            <a:off x="1792297" y="1430789"/>
            <a:ext cx="9269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zh-CN" alt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3D1D3B-786B-27BB-A408-A65185F34CEB}"/>
              </a:ext>
            </a:extLst>
          </p:cNvPr>
          <p:cNvSpPr txBox="1"/>
          <p:nvPr/>
        </p:nvSpPr>
        <p:spPr>
          <a:xfrm>
            <a:off x="3992394" y="5671766"/>
            <a:ext cx="24668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zh-CN" alt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3F389A-A810-9D59-8DFF-D3E66B0E36A3}"/>
              </a:ext>
            </a:extLst>
          </p:cNvPr>
          <p:cNvSpPr txBox="1"/>
          <p:nvPr/>
        </p:nvSpPr>
        <p:spPr>
          <a:xfrm>
            <a:off x="150472" y="6078786"/>
            <a:ext cx="179229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Picture 64" descr="A diagram of a line graph&#10;&#10;AI-generated content may be incorrect.">
            <a:extLst>
              <a:ext uri="{FF2B5EF4-FFF2-40B4-BE49-F238E27FC236}">
                <a16:creationId xmlns:a16="http://schemas.microsoft.com/office/drawing/2014/main" id="{0EC9A250-DBB2-5A91-4AC3-4CB8D1302E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" t="7231" r="73099" b="28402"/>
          <a:stretch>
            <a:fillRect/>
          </a:stretch>
        </p:blipFill>
        <p:spPr>
          <a:xfrm>
            <a:off x="2040600" y="2685158"/>
            <a:ext cx="727571" cy="74384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B704630-355E-95A3-C8BB-2BF0DA9208C9}"/>
              </a:ext>
            </a:extLst>
          </p:cNvPr>
          <p:cNvSpPr txBox="1"/>
          <p:nvPr/>
        </p:nvSpPr>
        <p:spPr>
          <a:xfrm>
            <a:off x="1855012" y="3418000"/>
            <a:ext cx="12888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atoms</a:t>
            </a:r>
          </a:p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bonds</a:t>
            </a:r>
          </a:p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A8942F-7AF0-C1B7-50F4-3504AEF260D3}"/>
              </a:ext>
            </a:extLst>
          </p:cNvPr>
          <p:cNvSpPr txBox="1"/>
          <p:nvPr/>
        </p:nvSpPr>
        <p:spPr>
          <a:xfrm>
            <a:off x="2255753" y="2477343"/>
            <a:ext cx="4124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C0F5C7D-84D6-3BDE-350D-39BE3E49AC50}"/>
              </a:ext>
            </a:extLst>
          </p:cNvPr>
          <p:cNvCxnSpPr>
            <a:cxnSpLocks/>
          </p:cNvCxnSpPr>
          <p:nvPr/>
        </p:nvCxnSpPr>
        <p:spPr>
          <a:xfrm>
            <a:off x="2842397" y="3143726"/>
            <a:ext cx="375704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AB8E666-250D-2A82-6C76-C96DF1E5AA37}"/>
              </a:ext>
            </a:extLst>
          </p:cNvPr>
          <p:cNvGrpSpPr/>
          <p:nvPr/>
        </p:nvGrpSpPr>
        <p:grpSpPr>
          <a:xfrm>
            <a:off x="3312594" y="2837091"/>
            <a:ext cx="418692" cy="648814"/>
            <a:chOff x="10839235" y="636997"/>
            <a:chExt cx="418692" cy="648814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0E2CEAD7-FE3A-C65F-BB38-A3F1C804AAD7}"/>
                </a:ext>
              </a:extLst>
            </p:cNvPr>
            <p:cNvSpPr/>
            <p:nvPr/>
          </p:nvSpPr>
          <p:spPr>
            <a:xfrm>
              <a:off x="10839235" y="636997"/>
              <a:ext cx="418692" cy="648814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1" name="Picture 70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666BCC01-AE0D-9B8A-DAC3-0532F7A39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72" name="Picture 71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78372EA5-388C-E684-21E0-F4AAA9B24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73" name="Picture 72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61B6567A-422B-8513-4BE9-4F72A548A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FD18D12-50DF-021E-851C-996EBE95F9C2}"/>
              </a:ext>
            </a:extLst>
          </p:cNvPr>
          <p:cNvGrpSpPr/>
          <p:nvPr/>
        </p:nvGrpSpPr>
        <p:grpSpPr>
          <a:xfrm>
            <a:off x="4748747" y="2824184"/>
            <a:ext cx="418692" cy="649592"/>
            <a:chOff x="10849509" y="636997"/>
            <a:chExt cx="418692" cy="649592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B4861983-F44A-2BC9-8A70-6DB49AD85430}"/>
                </a:ext>
              </a:extLst>
            </p:cNvPr>
            <p:cNvSpPr/>
            <p:nvPr/>
          </p:nvSpPr>
          <p:spPr>
            <a:xfrm>
              <a:off x="10849509" y="636997"/>
              <a:ext cx="418692" cy="649592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B8C814B7-1588-9291-A1C6-F9509221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77" name="Picture 76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D380DB6A-11D2-EF46-24CC-5C7378197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78" name="Picture 77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9A30F468-5A3F-9BB3-7088-15E4F5E4B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29E8935-B975-719B-7AE5-C29BF5F1729E}"/>
              </a:ext>
            </a:extLst>
          </p:cNvPr>
          <p:cNvGrpSpPr/>
          <p:nvPr/>
        </p:nvGrpSpPr>
        <p:grpSpPr>
          <a:xfrm>
            <a:off x="6196594" y="2801064"/>
            <a:ext cx="418692" cy="648483"/>
            <a:chOff x="10849509" y="636997"/>
            <a:chExt cx="418692" cy="648483"/>
          </a:xfrm>
        </p:grpSpPr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1D267B14-766A-F2B0-784D-DB11799EBABE}"/>
                </a:ext>
              </a:extLst>
            </p:cNvPr>
            <p:cNvSpPr/>
            <p:nvPr/>
          </p:nvSpPr>
          <p:spPr>
            <a:xfrm>
              <a:off x="10849509" y="636997"/>
              <a:ext cx="418692" cy="648483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1" name="Picture 80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255AE2EA-99F1-D70B-F3B4-C8B0CFBA6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82" name="Picture 81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40F8F2F1-0213-6FC4-BB4A-3B5CB0218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83" name="Picture 82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91E36DE6-7D24-8E88-18D7-4829C26D1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FA33E44-1353-3FD3-EBE9-C3FD6D804348}"/>
              </a:ext>
            </a:extLst>
          </p:cNvPr>
          <p:cNvGrpSpPr/>
          <p:nvPr/>
        </p:nvGrpSpPr>
        <p:grpSpPr>
          <a:xfrm>
            <a:off x="7527386" y="2818897"/>
            <a:ext cx="418692" cy="640924"/>
            <a:chOff x="10839235" y="636997"/>
            <a:chExt cx="418692" cy="640924"/>
          </a:xfrm>
        </p:grpSpPr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9787EDA3-2BF4-A4C9-115C-BE22CE5B93F6}"/>
                </a:ext>
              </a:extLst>
            </p:cNvPr>
            <p:cNvSpPr/>
            <p:nvPr/>
          </p:nvSpPr>
          <p:spPr>
            <a:xfrm>
              <a:off x="10839235" y="636997"/>
              <a:ext cx="418692" cy="640924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6" name="Picture 85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76893E1D-D4F3-1F96-C2FB-601FB6CEC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87" name="Picture 86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AD18357E-7F6C-067C-D7EF-97F102371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88" name="Picture 87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30DF5B22-A12D-7D6A-4B2D-E03585217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F1A35FA-5EC0-75DC-BC24-53C12DFB6D93}"/>
              </a:ext>
            </a:extLst>
          </p:cNvPr>
          <p:cNvCxnSpPr>
            <a:cxnSpLocks/>
          </p:cNvCxnSpPr>
          <p:nvPr/>
        </p:nvCxnSpPr>
        <p:spPr>
          <a:xfrm>
            <a:off x="8003621" y="4283548"/>
            <a:ext cx="822960" cy="0"/>
          </a:xfrm>
          <a:prstGeom prst="line">
            <a:avLst/>
          </a:prstGeom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AA863F3-0042-7287-0168-D08E5EA9F06C}"/>
              </a:ext>
            </a:extLst>
          </p:cNvPr>
          <p:cNvCxnSpPr>
            <a:cxnSpLocks/>
          </p:cNvCxnSpPr>
          <p:nvPr/>
        </p:nvCxnSpPr>
        <p:spPr>
          <a:xfrm>
            <a:off x="1694261" y="5601102"/>
            <a:ext cx="7132320" cy="0"/>
          </a:xfrm>
          <a:prstGeom prst="line">
            <a:avLst/>
          </a:prstGeom>
          <a:ln w="38100">
            <a:solidFill>
              <a:schemeClr val="accent1">
                <a:shade val="95000"/>
                <a:satMod val="10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53FDFAC-90F7-8008-7069-D79CF846580E}"/>
              </a:ext>
            </a:extLst>
          </p:cNvPr>
          <p:cNvCxnSpPr>
            <a:cxnSpLocks/>
          </p:cNvCxnSpPr>
          <p:nvPr/>
        </p:nvCxnSpPr>
        <p:spPr>
          <a:xfrm>
            <a:off x="8826581" y="4271973"/>
            <a:ext cx="0" cy="1352279"/>
          </a:xfrm>
          <a:prstGeom prst="line">
            <a:avLst/>
          </a:prstGeom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0A397A9-1788-BD57-680A-34E33B1C2720}"/>
              </a:ext>
            </a:extLst>
          </p:cNvPr>
          <p:cNvCxnSpPr/>
          <p:nvPr/>
        </p:nvCxnSpPr>
        <p:spPr>
          <a:xfrm>
            <a:off x="1655179" y="1981131"/>
            <a:ext cx="12801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60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A608-E275-03F8-61F9-1525776B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D1DFD5-A248-DEE0-3DF4-75CAFDE9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B6A1DB-B750-49D4-6657-08DAE04FB412}"/>
              </a:ext>
            </a:extLst>
          </p:cNvPr>
          <p:cNvGrpSpPr>
            <a:grpSpLocks noChangeAspect="1"/>
          </p:cNvGrpSpPr>
          <p:nvPr/>
        </p:nvGrpSpPr>
        <p:grpSpPr>
          <a:xfrm>
            <a:off x="3091554" y="1565303"/>
            <a:ext cx="960625" cy="914400"/>
            <a:chOff x="801612" y="1596408"/>
            <a:chExt cx="1573163" cy="1497463"/>
          </a:xfrm>
        </p:grpSpPr>
        <p:pic>
          <p:nvPicPr>
            <p:cNvPr id="6" name="Picture 5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2DA96CD8-D012-F9EF-B8BB-69739451D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2" t="12771" r="22123" b="9307"/>
            <a:stretch>
              <a:fillRect/>
            </a:stretch>
          </p:blipFill>
          <p:spPr>
            <a:xfrm>
              <a:off x="801612" y="1596408"/>
              <a:ext cx="1573163" cy="1497463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3EFB45-3D2E-27A2-24C7-23ABCE5D9090}"/>
                </a:ext>
              </a:extLst>
            </p:cNvPr>
            <p:cNvSpPr/>
            <p:nvPr/>
          </p:nvSpPr>
          <p:spPr>
            <a:xfrm>
              <a:off x="1331869" y="2182819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0624640-E538-BE7A-47E6-D918E9F3B200}"/>
              </a:ext>
            </a:extLst>
          </p:cNvPr>
          <p:cNvGrpSpPr>
            <a:grpSpLocks noChangeAspect="1"/>
          </p:cNvGrpSpPr>
          <p:nvPr/>
        </p:nvGrpSpPr>
        <p:grpSpPr>
          <a:xfrm>
            <a:off x="7279953" y="1561087"/>
            <a:ext cx="944035" cy="914400"/>
            <a:chOff x="6785421" y="2580294"/>
            <a:chExt cx="1544780" cy="1496291"/>
          </a:xfrm>
        </p:grpSpPr>
        <p:pic>
          <p:nvPicPr>
            <p:cNvPr id="9" name="Picture 8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17E9781B-B9CE-883A-C016-93DAFD53B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37" t="12771" r="22545" b="9308"/>
            <a:stretch>
              <a:fillRect/>
            </a:stretch>
          </p:blipFill>
          <p:spPr>
            <a:xfrm>
              <a:off x="6785421" y="2580294"/>
              <a:ext cx="1544780" cy="1496291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B02957-88E2-AD3E-4984-AA73A63B9682}"/>
                </a:ext>
              </a:extLst>
            </p:cNvPr>
            <p:cNvSpPr/>
            <p:nvPr/>
          </p:nvSpPr>
          <p:spPr>
            <a:xfrm>
              <a:off x="7522854" y="3304064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1ACD552-2F6A-4AF5-A6A1-0D39C87AA170}"/>
              </a:ext>
            </a:extLst>
          </p:cNvPr>
          <p:cNvSpPr txBox="1"/>
          <p:nvPr/>
        </p:nvSpPr>
        <p:spPr>
          <a:xfrm>
            <a:off x="3108410" y="1284071"/>
            <a:ext cx="926912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1C74C-F4C8-01C1-D83A-1B58EAEA5DCB}"/>
              </a:ext>
            </a:extLst>
          </p:cNvPr>
          <p:cNvSpPr txBox="1"/>
          <p:nvPr/>
        </p:nvSpPr>
        <p:spPr>
          <a:xfrm>
            <a:off x="7159894" y="1298967"/>
            <a:ext cx="1184152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BA5878-CAB0-0E8F-80CE-134881D3966E}"/>
              </a:ext>
            </a:extLst>
          </p:cNvPr>
          <p:cNvSpPr txBox="1"/>
          <p:nvPr/>
        </p:nvSpPr>
        <p:spPr>
          <a:xfrm>
            <a:off x="3377564" y="4140152"/>
            <a:ext cx="42470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DAF267-1BC0-1D7F-8672-E6685D63D2DC}"/>
              </a:ext>
            </a:extLst>
          </p:cNvPr>
          <p:cNvSpPr txBox="1"/>
          <p:nvPr/>
        </p:nvSpPr>
        <p:spPr>
          <a:xfrm>
            <a:off x="7627945" y="4147096"/>
            <a:ext cx="317802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2D8458-89A5-9DCE-AABF-4EC5386293A4}"/>
              </a:ext>
            </a:extLst>
          </p:cNvPr>
          <p:cNvSpPr txBox="1"/>
          <p:nvPr/>
        </p:nvSpPr>
        <p:spPr>
          <a:xfrm>
            <a:off x="4745116" y="4125805"/>
            <a:ext cx="76200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97651-9DB9-D88D-4034-1FD1B894AB44}"/>
              </a:ext>
            </a:extLst>
          </p:cNvPr>
          <p:cNvSpPr txBox="1"/>
          <p:nvPr/>
        </p:nvSpPr>
        <p:spPr>
          <a:xfrm>
            <a:off x="6266913" y="4131768"/>
            <a:ext cx="521328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CFE103-46E6-7260-8ABB-FE5EEE017016}"/>
              </a:ext>
            </a:extLst>
          </p:cNvPr>
          <p:cNvCxnSpPr>
            <a:cxnSpLocks/>
          </p:cNvCxnSpPr>
          <p:nvPr/>
        </p:nvCxnSpPr>
        <p:spPr>
          <a:xfrm>
            <a:off x="6559867" y="4246662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6698F3-1184-2375-1946-4528F13C63C6}"/>
              </a:ext>
            </a:extLst>
          </p:cNvPr>
          <p:cNvCxnSpPr/>
          <p:nvPr/>
        </p:nvCxnSpPr>
        <p:spPr>
          <a:xfrm flipV="1">
            <a:off x="5157165" y="4187012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CC35F9-7433-C77C-BFCB-316C6E4FB8D4}"/>
              </a:ext>
            </a:extLst>
          </p:cNvPr>
          <p:cNvCxnSpPr>
            <a:cxnSpLocks/>
          </p:cNvCxnSpPr>
          <p:nvPr/>
        </p:nvCxnSpPr>
        <p:spPr>
          <a:xfrm flipH="1">
            <a:off x="5133884" y="4298785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3E2058-D589-2087-B955-31050E488316}"/>
              </a:ext>
            </a:extLst>
          </p:cNvPr>
          <p:cNvCxnSpPr/>
          <p:nvPr/>
        </p:nvCxnSpPr>
        <p:spPr>
          <a:xfrm flipV="1">
            <a:off x="3614118" y="4258105"/>
            <a:ext cx="914400" cy="0"/>
          </a:xfrm>
          <a:prstGeom prst="straightConnector1">
            <a:avLst/>
          </a:prstGeom>
          <a:ln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EDF434-7326-61E7-A135-0C8BB9AE6DC1}"/>
                  </a:ext>
                </a:extLst>
              </p:cNvPr>
              <p:cNvSpPr txBox="1"/>
              <p:nvPr/>
            </p:nvSpPr>
            <p:spPr>
              <a:xfrm>
                <a:off x="5048987" y="3894973"/>
                <a:ext cx="1116523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2221D6-22E8-7987-A92B-46D702412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987" y="3894973"/>
                <a:ext cx="1116523" cy="230832"/>
              </a:xfrm>
              <a:prstGeom prst="rect">
                <a:avLst/>
              </a:prstGeom>
              <a:blipFill>
                <a:blip r:embed="rId4"/>
                <a:stretch>
                  <a:fillRect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C77B0D-4CE3-E701-3DA8-6EF8C6299A57}"/>
                  </a:ext>
                </a:extLst>
              </p:cNvPr>
              <p:cNvSpPr txBox="1"/>
              <p:nvPr/>
            </p:nvSpPr>
            <p:spPr>
              <a:xfrm>
                <a:off x="5032081" y="4397807"/>
                <a:ext cx="1116523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EDC85A-BE8B-5C5E-6DD3-7833A697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081" y="4397807"/>
                <a:ext cx="1116523" cy="230832"/>
              </a:xfrm>
              <a:prstGeom prst="rect">
                <a:avLst/>
              </a:prstGeom>
              <a:blipFill>
                <a:blip r:embed="rId5"/>
                <a:stretch>
                  <a:fillRect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0E29888-CD87-F2D9-1508-B3A402E402FE}"/>
              </a:ext>
            </a:extLst>
          </p:cNvPr>
          <p:cNvGrpSpPr>
            <a:grpSpLocks noChangeAspect="1"/>
          </p:cNvGrpSpPr>
          <p:nvPr/>
        </p:nvGrpSpPr>
        <p:grpSpPr>
          <a:xfrm>
            <a:off x="5888176" y="1566902"/>
            <a:ext cx="952290" cy="914400"/>
            <a:chOff x="4855840" y="1597489"/>
            <a:chExt cx="1558293" cy="1496291"/>
          </a:xfrm>
        </p:grpSpPr>
        <p:pic>
          <p:nvPicPr>
            <p:cNvPr id="24" name="Picture 23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DC175796-9753-C414-C383-3B85B958B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37" t="12771" r="22034" b="9308"/>
            <a:stretch>
              <a:fillRect/>
            </a:stretch>
          </p:blipFill>
          <p:spPr>
            <a:xfrm>
              <a:off x="4855840" y="1597489"/>
              <a:ext cx="1558293" cy="1496291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BF99647-2012-E6D9-8312-B4F5556B8225}"/>
                </a:ext>
              </a:extLst>
            </p:cNvPr>
            <p:cNvSpPr/>
            <p:nvPr/>
          </p:nvSpPr>
          <p:spPr>
            <a:xfrm>
              <a:off x="5593267" y="2307399"/>
              <a:ext cx="192024" cy="1920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89AA037-F0D3-FD09-D72D-36C2A93C3641}"/>
                </a:ext>
              </a:extLst>
            </p:cNvPr>
            <p:cNvSpPr/>
            <p:nvPr/>
          </p:nvSpPr>
          <p:spPr>
            <a:xfrm>
              <a:off x="5537853" y="2279694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5AE5A30-27B1-A69A-07D6-7135AA7830D4}"/>
                </a:ext>
              </a:extLst>
            </p:cNvPr>
            <p:cNvSpPr/>
            <p:nvPr/>
          </p:nvSpPr>
          <p:spPr>
            <a:xfrm>
              <a:off x="5936503" y="1969714"/>
              <a:ext cx="329184" cy="329184"/>
            </a:xfrm>
            <a:prstGeom prst="ellipse">
              <a:avLst/>
            </a:prstGeom>
            <a:solidFill>
              <a:srgbClr val="1731DB">
                <a:alpha val="3978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D7F522F-498D-DF30-E6F0-61B0E432EC12}"/>
                </a:ext>
              </a:extLst>
            </p:cNvPr>
            <p:cNvSpPr/>
            <p:nvPr/>
          </p:nvSpPr>
          <p:spPr>
            <a:xfrm>
              <a:off x="5731744" y="2367155"/>
              <a:ext cx="329184" cy="329184"/>
            </a:xfrm>
            <a:prstGeom prst="ellipse">
              <a:avLst/>
            </a:prstGeom>
            <a:solidFill>
              <a:srgbClr val="1731DB">
                <a:alpha val="205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D22AE6-08E4-6E86-6573-7F657FEBC47B}"/>
                </a:ext>
              </a:extLst>
            </p:cNvPr>
            <p:cNvSpPr/>
            <p:nvPr/>
          </p:nvSpPr>
          <p:spPr>
            <a:xfrm>
              <a:off x="5070259" y="1979284"/>
              <a:ext cx="329184" cy="329184"/>
            </a:xfrm>
            <a:prstGeom prst="ellipse">
              <a:avLst/>
            </a:prstGeom>
            <a:solidFill>
              <a:srgbClr val="1731DB">
                <a:alpha val="5390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7188130-3440-81E5-590C-D33EC32B7494}"/>
              </a:ext>
            </a:extLst>
          </p:cNvPr>
          <p:cNvSpPr txBox="1"/>
          <p:nvPr/>
        </p:nvSpPr>
        <p:spPr>
          <a:xfrm>
            <a:off x="5755700" y="1278219"/>
            <a:ext cx="1371601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D6440B-ACC2-F2E8-F0FC-A3A1C1D587D5}"/>
              </a:ext>
            </a:extLst>
          </p:cNvPr>
          <p:cNvGrpSpPr>
            <a:grpSpLocks noChangeAspect="1"/>
          </p:cNvGrpSpPr>
          <p:nvPr/>
        </p:nvGrpSpPr>
        <p:grpSpPr>
          <a:xfrm>
            <a:off x="4446528" y="1562919"/>
            <a:ext cx="1005840" cy="914400"/>
            <a:chOff x="2756585" y="1590521"/>
            <a:chExt cx="1645919" cy="1496291"/>
          </a:xfrm>
        </p:grpSpPr>
        <p:pic>
          <p:nvPicPr>
            <p:cNvPr id="32" name="Picture 31" descr="A group of blue and white balls&#10;&#10;AI-generated content may be incorrect.">
              <a:extLst>
                <a:ext uri="{FF2B5EF4-FFF2-40B4-BE49-F238E27FC236}">
                  <a16:creationId xmlns:a16="http://schemas.microsoft.com/office/drawing/2014/main" id="{FB0DB750-3EFC-B819-EC3B-66B2B52E7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44" t="12771" r="19908" b="9308"/>
            <a:stretch>
              <a:fillRect/>
            </a:stretch>
          </p:blipFill>
          <p:spPr>
            <a:xfrm>
              <a:off x="2756585" y="1590521"/>
              <a:ext cx="1645919" cy="1496291"/>
            </a:xfrm>
            <a:prstGeom prst="rect">
              <a:avLst/>
            </a:prstGeom>
            <a:ln w="19050">
              <a:solidFill>
                <a:schemeClr val="tx2"/>
              </a:solidFill>
            </a:ln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D033437-C857-75FD-2627-42E5252FFAB9}"/>
                </a:ext>
              </a:extLst>
            </p:cNvPr>
            <p:cNvSpPr/>
            <p:nvPr/>
          </p:nvSpPr>
          <p:spPr>
            <a:xfrm>
              <a:off x="3529185" y="2304116"/>
              <a:ext cx="192024" cy="1920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C4E6668-D8B1-EC8F-E1A6-0240331B29F0}"/>
                </a:ext>
              </a:extLst>
            </p:cNvPr>
            <p:cNvSpPr/>
            <p:nvPr/>
          </p:nvSpPr>
          <p:spPr>
            <a:xfrm>
              <a:off x="3341494" y="2215574"/>
              <a:ext cx="180109" cy="18288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29C3ACE-E1D4-AFEF-B347-6A41E1919846}"/>
                </a:ext>
              </a:extLst>
            </p:cNvPr>
            <p:cNvSpPr/>
            <p:nvPr/>
          </p:nvSpPr>
          <p:spPr>
            <a:xfrm>
              <a:off x="3868736" y="1962746"/>
              <a:ext cx="329184" cy="329184"/>
            </a:xfrm>
            <a:prstGeom prst="ellipse">
              <a:avLst/>
            </a:prstGeom>
            <a:solidFill>
              <a:srgbClr val="1731DB">
                <a:alpha val="61925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2465134-FB2F-DC9E-8319-D411DFFBD751}"/>
                </a:ext>
              </a:extLst>
            </p:cNvPr>
            <p:cNvSpPr/>
            <p:nvPr/>
          </p:nvSpPr>
          <p:spPr>
            <a:xfrm>
              <a:off x="3663977" y="2360187"/>
              <a:ext cx="329184" cy="329184"/>
            </a:xfrm>
            <a:prstGeom prst="ellipse">
              <a:avLst/>
            </a:prstGeom>
            <a:solidFill>
              <a:srgbClr val="1731DB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7C8CFB7-8FB1-BE6F-5211-97CD52BEF572}"/>
                </a:ext>
              </a:extLst>
            </p:cNvPr>
            <p:cNvSpPr/>
            <p:nvPr/>
          </p:nvSpPr>
          <p:spPr>
            <a:xfrm>
              <a:off x="3002492" y="1972316"/>
              <a:ext cx="329184" cy="329184"/>
            </a:xfrm>
            <a:prstGeom prst="ellipse">
              <a:avLst/>
            </a:prstGeom>
            <a:solidFill>
              <a:srgbClr val="1731DB">
                <a:alpha val="400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1916A4E-9040-5F23-C5F4-E3F05EB02CEE}"/>
              </a:ext>
            </a:extLst>
          </p:cNvPr>
          <p:cNvSpPr txBox="1"/>
          <p:nvPr/>
        </p:nvSpPr>
        <p:spPr>
          <a:xfrm>
            <a:off x="4263648" y="1268008"/>
            <a:ext cx="137160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5EDBE1-9C27-EF16-DFAB-66A3892A830A}"/>
              </a:ext>
            </a:extLst>
          </p:cNvPr>
          <p:cNvCxnSpPr/>
          <p:nvPr/>
        </p:nvCxnSpPr>
        <p:spPr>
          <a:xfrm>
            <a:off x="3523897" y="2549625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81AEB6D-F246-BB70-DD7E-9AA007940262}"/>
              </a:ext>
            </a:extLst>
          </p:cNvPr>
          <p:cNvCxnSpPr/>
          <p:nvPr/>
        </p:nvCxnSpPr>
        <p:spPr>
          <a:xfrm>
            <a:off x="4949448" y="2529075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0C5398-69F7-65E9-7915-E2BF70E705E2}"/>
              </a:ext>
            </a:extLst>
          </p:cNvPr>
          <p:cNvCxnSpPr/>
          <p:nvPr/>
        </p:nvCxnSpPr>
        <p:spPr>
          <a:xfrm>
            <a:off x="6395496" y="2513756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C3A15D-4788-E1FB-503E-25386C0744CB}"/>
              </a:ext>
            </a:extLst>
          </p:cNvPr>
          <p:cNvCxnSpPr/>
          <p:nvPr/>
        </p:nvCxnSpPr>
        <p:spPr>
          <a:xfrm>
            <a:off x="7736732" y="2513755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diagram of different types of graphing&#10;&#10;AI-generated content may be incorrect.">
            <a:extLst>
              <a:ext uri="{FF2B5EF4-FFF2-40B4-BE49-F238E27FC236}">
                <a16:creationId xmlns:a16="http://schemas.microsoft.com/office/drawing/2014/main" id="{052A047E-C328-6DBF-E247-78EFF2E13A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0" t="82149" r="25847" b="16517"/>
          <a:stretch>
            <a:fillRect/>
          </a:stretch>
        </p:blipFill>
        <p:spPr>
          <a:xfrm>
            <a:off x="8146685" y="2879680"/>
            <a:ext cx="457200" cy="91440"/>
          </a:xfrm>
          <a:prstGeom prst="rect">
            <a:avLst/>
          </a:prstGeom>
        </p:spPr>
      </p:pic>
      <p:pic>
        <p:nvPicPr>
          <p:cNvPr id="44" name="Picture 43" descr="A diagram of different types of graphing&#10;&#10;AI-generated content may be incorrect.">
            <a:extLst>
              <a:ext uri="{FF2B5EF4-FFF2-40B4-BE49-F238E27FC236}">
                <a16:creationId xmlns:a16="http://schemas.microsoft.com/office/drawing/2014/main" id="{CFA7711F-0D85-25EF-99EA-87D9D1D49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4" t="88657" r="25613" b="10010"/>
          <a:stretch>
            <a:fillRect/>
          </a:stretch>
        </p:blipFill>
        <p:spPr>
          <a:xfrm>
            <a:off x="8146685" y="3087011"/>
            <a:ext cx="457200" cy="91440"/>
          </a:xfrm>
          <a:prstGeom prst="rect">
            <a:avLst/>
          </a:prstGeom>
        </p:spPr>
      </p:pic>
      <p:pic>
        <p:nvPicPr>
          <p:cNvPr id="45" name="Picture 44" descr="A diagram of different types of graphing&#10;&#10;AI-generated content may be incorrect.">
            <a:extLst>
              <a:ext uri="{FF2B5EF4-FFF2-40B4-BE49-F238E27FC236}">
                <a16:creationId xmlns:a16="http://schemas.microsoft.com/office/drawing/2014/main" id="{25F5D6D1-3266-F4DD-BAB5-317676FF28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0" t="94656" r="25847" b="4011"/>
          <a:stretch>
            <a:fillRect/>
          </a:stretch>
        </p:blipFill>
        <p:spPr>
          <a:xfrm>
            <a:off x="8134860" y="3297756"/>
            <a:ext cx="457200" cy="9144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EDCD9EE-792B-2B27-5F8D-9A18A283B6FA}"/>
              </a:ext>
            </a:extLst>
          </p:cNvPr>
          <p:cNvSpPr txBox="1"/>
          <p:nvPr/>
        </p:nvSpPr>
        <p:spPr>
          <a:xfrm>
            <a:off x="8657047" y="2809118"/>
            <a:ext cx="940385" cy="1873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:Atom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2AFE17-3883-2169-D799-856A62FDDD4F}"/>
              </a:ext>
            </a:extLst>
          </p:cNvPr>
          <p:cNvSpPr txBox="1"/>
          <p:nvPr/>
        </p:nvSpPr>
        <p:spPr>
          <a:xfrm>
            <a:off x="8657047" y="3038909"/>
            <a:ext cx="9403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:Bond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2825E7-8F0D-6391-82FA-1B018DA56964}"/>
              </a:ext>
            </a:extLst>
          </p:cNvPr>
          <p:cNvSpPr txBox="1"/>
          <p:nvPr/>
        </p:nvSpPr>
        <p:spPr>
          <a:xfrm>
            <a:off x="8657047" y="3265997"/>
            <a:ext cx="106170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:Angle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7B3EFB-ED62-D6D2-ABF4-89D99A2CEEC9}"/>
              </a:ext>
            </a:extLst>
          </p:cNvPr>
          <p:cNvSpPr/>
          <p:nvPr/>
        </p:nvSpPr>
        <p:spPr>
          <a:xfrm>
            <a:off x="8468633" y="1981131"/>
            <a:ext cx="110067" cy="111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6AF661-3DBD-A959-85D9-50EC9C026AE8}"/>
              </a:ext>
            </a:extLst>
          </p:cNvPr>
          <p:cNvSpPr txBox="1"/>
          <p:nvPr/>
        </p:nvSpPr>
        <p:spPr>
          <a:xfrm>
            <a:off x="8637006" y="1923385"/>
            <a:ext cx="106170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:Dislocations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B683133-2707-B0A1-0485-AA15CE6B203F}"/>
              </a:ext>
            </a:extLst>
          </p:cNvPr>
          <p:cNvSpPr/>
          <p:nvPr/>
        </p:nvSpPr>
        <p:spPr>
          <a:xfrm>
            <a:off x="3218101" y="3817345"/>
            <a:ext cx="4727645" cy="932406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B00BFC-AF0A-2072-F6B8-C674C536A696}"/>
              </a:ext>
            </a:extLst>
          </p:cNvPr>
          <p:cNvCxnSpPr/>
          <p:nvPr/>
        </p:nvCxnSpPr>
        <p:spPr>
          <a:xfrm>
            <a:off x="3521940" y="3516920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64B76CD-6035-FF52-8158-9C55A91353E7}"/>
              </a:ext>
            </a:extLst>
          </p:cNvPr>
          <p:cNvCxnSpPr/>
          <p:nvPr/>
        </p:nvCxnSpPr>
        <p:spPr>
          <a:xfrm>
            <a:off x="4956223" y="3516920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8CBA27B-A444-6EC5-99AE-36FAC1B3E1D2}"/>
              </a:ext>
            </a:extLst>
          </p:cNvPr>
          <p:cNvCxnSpPr/>
          <p:nvPr/>
        </p:nvCxnSpPr>
        <p:spPr>
          <a:xfrm>
            <a:off x="6393539" y="3495731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0E8BC56-5365-37BD-38F9-2AC44A0C3F1D}"/>
              </a:ext>
            </a:extLst>
          </p:cNvPr>
          <p:cNvCxnSpPr/>
          <p:nvPr/>
        </p:nvCxnSpPr>
        <p:spPr>
          <a:xfrm>
            <a:off x="7728651" y="3496372"/>
            <a:ext cx="0" cy="2743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31DB1B8-1075-6FAF-3BE1-1068FC10189D}"/>
              </a:ext>
            </a:extLst>
          </p:cNvPr>
          <p:cNvSpPr txBox="1"/>
          <p:nvPr/>
        </p:nvSpPr>
        <p:spPr>
          <a:xfrm>
            <a:off x="4282458" y="4801314"/>
            <a:ext cx="270558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Geometric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d</a:t>
            </a:r>
            <a:r>
              <a:rPr lang="en-US" dirty="0">
                <a:solidFill>
                  <a:schemeClr val="tx2"/>
                </a:solidFill>
              </a:rPr>
              <a:t>iffusion </a:t>
            </a:r>
            <a:r>
              <a:rPr lang="en-US" altLang="zh-CN" dirty="0">
                <a:solidFill>
                  <a:schemeClr val="tx2"/>
                </a:solidFill>
              </a:rPr>
              <a:t>m</a:t>
            </a:r>
            <a:r>
              <a:rPr lang="en-US" dirty="0">
                <a:solidFill>
                  <a:schemeClr val="tx2"/>
                </a:solidFill>
              </a:rPr>
              <a:t>odel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670A5B-E10A-B2E5-17FD-3162E0FDB6F9}"/>
              </a:ext>
            </a:extLst>
          </p:cNvPr>
          <p:cNvSpPr/>
          <p:nvPr/>
        </p:nvSpPr>
        <p:spPr>
          <a:xfrm>
            <a:off x="223130" y="1600183"/>
            <a:ext cx="1397286" cy="7618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SEAKMC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01F3E2-2464-459C-18C3-7BAB09EDE64C}"/>
              </a:ext>
            </a:extLst>
          </p:cNvPr>
          <p:cNvSpPr/>
          <p:nvPr/>
        </p:nvSpPr>
        <p:spPr>
          <a:xfrm>
            <a:off x="252010" y="5257817"/>
            <a:ext cx="1397286" cy="7618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SEAKMC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2B599A-638B-E805-56A4-723E28BB75AD}"/>
              </a:ext>
            </a:extLst>
          </p:cNvPr>
          <p:cNvSpPr txBox="1"/>
          <p:nvPr/>
        </p:nvSpPr>
        <p:spPr>
          <a:xfrm>
            <a:off x="216745" y="2428429"/>
            <a:ext cx="1356096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Thorough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defective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MLIPs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9DB2A5-33D5-86F7-4FE5-C18C462EA2D0}"/>
              </a:ext>
            </a:extLst>
          </p:cNvPr>
          <p:cNvSpPr txBox="1"/>
          <p:nvPr/>
        </p:nvSpPr>
        <p:spPr>
          <a:xfrm>
            <a:off x="1792297" y="1509051"/>
            <a:ext cx="9269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zh-CN" alt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22848A-A43C-0A25-0ACA-11CA1AFBDA26}"/>
              </a:ext>
            </a:extLst>
          </p:cNvPr>
          <p:cNvSpPr txBox="1"/>
          <p:nvPr/>
        </p:nvSpPr>
        <p:spPr>
          <a:xfrm>
            <a:off x="3992394" y="5671766"/>
            <a:ext cx="24668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zh-CN" alt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747A57-8501-ED84-7B34-06DFBF92EC1E}"/>
              </a:ext>
            </a:extLst>
          </p:cNvPr>
          <p:cNvSpPr txBox="1"/>
          <p:nvPr/>
        </p:nvSpPr>
        <p:spPr>
          <a:xfrm>
            <a:off x="150472" y="6078786"/>
            <a:ext cx="179229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D96C59-0022-C4FC-90AE-BF4EA88DEC7C}"/>
              </a:ext>
            </a:extLst>
          </p:cNvPr>
          <p:cNvSpPr txBox="1"/>
          <p:nvPr/>
        </p:nvSpPr>
        <p:spPr>
          <a:xfrm>
            <a:off x="1855012" y="3418000"/>
            <a:ext cx="12888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atoms</a:t>
            </a:r>
          </a:p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bonds</a:t>
            </a:r>
          </a:p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E2A5B4-3B2F-7F3C-18AF-5185AFBF14AF}"/>
              </a:ext>
            </a:extLst>
          </p:cNvPr>
          <p:cNvSpPr txBox="1"/>
          <p:nvPr/>
        </p:nvSpPr>
        <p:spPr>
          <a:xfrm>
            <a:off x="2255753" y="2477343"/>
            <a:ext cx="4124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BD8B2FD-BCE9-F86C-9304-CA1F9DFBABA2}"/>
              </a:ext>
            </a:extLst>
          </p:cNvPr>
          <p:cNvCxnSpPr>
            <a:cxnSpLocks/>
          </p:cNvCxnSpPr>
          <p:nvPr/>
        </p:nvCxnSpPr>
        <p:spPr>
          <a:xfrm>
            <a:off x="2842397" y="3143726"/>
            <a:ext cx="375704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E967A1F-C5EB-B6EA-CBB8-9F7FCA9FCB37}"/>
              </a:ext>
            </a:extLst>
          </p:cNvPr>
          <p:cNvGrpSpPr/>
          <p:nvPr/>
        </p:nvGrpSpPr>
        <p:grpSpPr>
          <a:xfrm>
            <a:off x="3312594" y="2837091"/>
            <a:ext cx="418692" cy="648814"/>
            <a:chOff x="10839235" y="636997"/>
            <a:chExt cx="418692" cy="648814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105A90FA-4930-E0EE-DE73-F0783FEBF89D}"/>
                </a:ext>
              </a:extLst>
            </p:cNvPr>
            <p:cNvSpPr/>
            <p:nvPr/>
          </p:nvSpPr>
          <p:spPr>
            <a:xfrm>
              <a:off x="10839235" y="636997"/>
              <a:ext cx="418692" cy="648814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1" name="Picture 70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F27732A3-C9B7-7BD1-D0ED-01472E27A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72" name="Picture 71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E4D365C7-360E-EF9E-7A51-AE7BA9589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73" name="Picture 72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7C6311DF-640F-3413-E0B8-C0B8D29EA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E8C1E38-8643-D14B-087D-BF593D405954}"/>
              </a:ext>
            </a:extLst>
          </p:cNvPr>
          <p:cNvGrpSpPr/>
          <p:nvPr/>
        </p:nvGrpSpPr>
        <p:grpSpPr>
          <a:xfrm>
            <a:off x="4748747" y="2824184"/>
            <a:ext cx="418692" cy="649592"/>
            <a:chOff x="10849509" y="636997"/>
            <a:chExt cx="418692" cy="649592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8FCF16F4-CA65-C656-0E16-70A33A62B5E1}"/>
                </a:ext>
              </a:extLst>
            </p:cNvPr>
            <p:cNvSpPr/>
            <p:nvPr/>
          </p:nvSpPr>
          <p:spPr>
            <a:xfrm>
              <a:off x="10849509" y="636997"/>
              <a:ext cx="418692" cy="649592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DBA87EBF-0DD0-36B4-0BC7-CA93FE0A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77" name="Picture 76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ECA231FA-64F6-B3D1-9BB7-F1F3C38DB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78" name="Picture 77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61FBBEA9-919A-777A-E36C-159683B7D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7F0B81-3C63-A4D0-D7CA-506865538417}"/>
              </a:ext>
            </a:extLst>
          </p:cNvPr>
          <p:cNvGrpSpPr/>
          <p:nvPr/>
        </p:nvGrpSpPr>
        <p:grpSpPr>
          <a:xfrm>
            <a:off x="6196594" y="2801064"/>
            <a:ext cx="418692" cy="648483"/>
            <a:chOff x="10849509" y="636997"/>
            <a:chExt cx="418692" cy="648483"/>
          </a:xfrm>
        </p:grpSpPr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53AA4F4E-BBAA-77EE-C1B2-16D80424F02F}"/>
                </a:ext>
              </a:extLst>
            </p:cNvPr>
            <p:cNvSpPr/>
            <p:nvPr/>
          </p:nvSpPr>
          <p:spPr>
            <a:xfrm>
              <a:off x="10849509" y="636997"/>
              <a:ext cx="418692" cy="648483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1" name="Picture 80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D78C3EE2-6B04-2AE8-E17E-D2430942C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82" name="Picture 81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53E67FB4-A1CA-6B6F-6534-35AA0D5DF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83" name="Picture 82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5C70ABE8-1892-3C6C-1D7A-043B59739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DDE5204-8AFB-B455-E37F-A009CE9436C6}"/>
              </a:ext>
            </a:extLst>
          </p:cNvPr>
          <p:cNvGrpSpPr/>
          <p:nvPr/>
        </p:nvGrpSpPr>
        <p:grpSpPr>
          <a:xfrm>
            <a:off x="7527386" y="2818897"/>
            <a:ext cx="418692" cy="640924"/>
            <a:chOff x="10839235" y="636997"/>
            <a:chExt cx="418692" cy="640924"/>
          </a:xfrm>
        </p:grpSpPr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61BD48D6-5F52-CE2F-851D-81E3DF5702CE}"/>
                </a:ext>
              </a:extLst>
            </p:cNvPr>
            <p:cNvSpPr/>
            <p:nvPr/>
          </p:nvSpPr>
          <p:spPr>
            <a:xfrm>
              <a:off x="10839235" y="636997"/>
              <a:ext cx="418692" cy="640924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6" name="Picture 85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834D39AA-F7FE-E3FB-720E-CB9567B99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82" t="9373" r="56330" b="83664"/>
            <a:stretch>
              <a:fillRect/>
            </a:stretch>
          </p:blipFill>
          <p:spPr>
            <a:xfrm rot="5400000">
              <a:off x="10662463" y="920890"/>
              <a:ext cx="548640" cy="91440"/>
            </a:xfrm>
            <a:prstGeom prst="rect">
              <a:avLst/>
            </a:prstGeom>
          </p:spPr>
        </p:pic>
        <p:pic>
          <p:nvPicPr>
            <p:cNvPr id="87" name="Picture 86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EADA33C6-8DEB-0558-5265-C1878BA7D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48776" r="56349" b="44260"/>
            <a:stretch>
              <a:fillRect/>
            </a:stretch>
          </p:blipFill>
          <p:spPr>
            <a:xfrm rot="5400000">
              <a:off x="10785191" y="920821"/>
              <a:ext cx="548640" cy="91440"/>
            </a:xfrm>
            <a:prstGeom prst="rect">
              <a:avLst/>
            </a:prstGeom>
          </p:spPr>
        </p:pic>
        <p:pic>
          <p:nvPicPr>
            <p:cNvPr id="88" name="Picture 87" descr="A diagram of a line graph&#10;&#10;AI-generated content may be incorrect.">
              <a:extLst>
                <a:ext uri="{FF2B5EF4-FFF2-40B4-BE49-F238E27FC236}">
                  <a16:creationId xmlns:a16="http://schemas.microsoft.com/office/drawing/2014/main" id="{21CA42F1-92D6-70BF-C0DB-16B0AD3F1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63" t="84019" r="56349" b="9017"/>
            <a:stretch>
              <a:fillRect/>
            </a:stretch>
          </p:blipFill>
          <p:spPr>
            <a:xfrm rot="5400000">
              <a:off x="10907065" y="910546"/>
              <a:ext cx="548640" cy="91440"/>
            </a:xfrm>
            <a:prstGeom prst="rect">
              <a:avLst/>
            </a:prstGeom>
          </p:spPr>
        </p:pic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4C63E2D-E42D-EC51-D418-D1905C3E5B3F}"/>
              </a:ext>
            </a:extLst>
          </p:cNvPr>
          <p:cNvCxnSpPr>
            <a:cxnSpLocks/>
          </p:cNvCxnSpPr>
          <p:nvPr/>
        </p:nvCxnSpPr>
        <p:spPr>
          <a:xfrm>
            <a:off x="8003621" y="4283548"/>
            <a:ext cx="822960" cy="0"/>
          </a:xfrm>
          <a:prstGeom prst="line">
            <a:avLst/>
          </a:prstGeom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B406D54-ADBB-F719-1FD2-2844DA0CCA1D}"/>
              </a:ext>
            </a:extLst>
          </p:cNvPr>
          <p:cNvCxnSpPr>
            <a:cxnSpLocks/>
          </p:cNvCxnSpPr>
          <p:nvPr/>
        </p:nvCxnSpPr>
        <p:spPr>
          <a:xfrm>
            <a:off x="1694261" y="5601102"/>
            <a:ext cx="7132320" cy="0"/>
          </a:xfrm>
          <a:prstGeom prst="line">
            <a:avLst/>
          </a:prstGeom>
          <a:ln w="38100">
            <a:solidFill>
              <a:schemeClr val="accent1">
                <a:shade val="95000"/>
                <a:satMod val="10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BB5F561-4218-73C7-471B-739970AD2B6E}"/>
              </a:ext>
            </a:extLst>
          </p:cNvPr>
          <p:cNvCxnSpPr>
            <a:cxnSpLocks/>
          </p:cNvCxnSpPr>
          <p:nvPr/>
        </p:nvCxnSpPr>
        <p:spPr>
          <a:xfrm>
            <a:off x="8826581" y="4271973"/>
            <a:ext cx="0" cy="1352279"/>
          </a:xfrm>
          <a:prstGeom prst="line">
            <a:avLst/>
          </a:prstGeom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E9481A-19E2-5355-2FA5-BB6A4549AA82}"/>
              </a:ext>
            </a:extLst>
          </p:cNvPr>
          <p:cNvCxnSpPr/>
          <p:nvPr/>
        </p:nvCxnSpPr>
        <p:spPr>
          <a:xfrm>
            <a:off x="1655179" y="1981131"/>
            <a:ext cx="12801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A diagram of a line graph&#10;&#10;AI-generated content may be incorrect.">
            <a:extLst>
              <a:ext uri="{FF2B5EF4-FFF2-40B4-BE49-F238E27FC236}">
                <a16:creationId xmlns:a16="http://schemas.microsoft.com/office/drawing/2014/main" id="{22CACDC9-2E66-FB1C-78FA-F8E658358F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" t="-1352" r="42138" b="916"/>
          <a:stretch>
            <a:fillRect/>
          </a:stretch>
        </p:blipFill>
        <p:spPr>
          <a:xfrm>
            <a:off x="1610734" y="590212"/>
            <a:ext cx="7046312" cy="491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8CFF-368B-68B3-E2AE-ADBFB4B7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523FB0-0F65-EADA-00D5-E2BA94E5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E77C8-BBA4-5B4B-8DC3-D3933C498D4A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B94FB3-4C50-9BDE-4EC3-075FB765DF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challenges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saddle</a:t>
            </a:r>
            <a:r>
              <a:rPr lang="zh-CN" altLang="en-US" dirty="0"/>
              <a:t> </a:t>
            </a:r>
            <a:r>
              <a:rPr lang="en-US" altLang="zh-CN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F5006-4C7A-711E-A5E4-D45E4259057C}"/>
              </a:ext>
            </a:extLst>
          </p:cNvPr>
          <p:cNvSpPr txBox="1"/>
          <p:nvPr/>
        </p:nvSpPr>
        <p:spPr>
          <a:xfrm>
            <a:off x="6315026" y="6341836"/>
            <a:ext cx="3704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H.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Xu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and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et al., </a:t>
            </a:r>
            <a:r>
              <a:rPr lang="en-US" sz="1400" dirty="0" err="1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Comput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Mat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Sci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.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100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(</a:t>
            </a:r>
            <a:r>
              <a:rPr lang="en-US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2015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+mj-lt"/>
                <a:ea typeface="等线" panose="02010600030101010101" pitchFamily="2" charset="-122"/>
              </a:rPr>
              <a:t>)</a:t>
            </a:r>
            <a:endParaRPr lang="en-US" sz="1400" dirty="0">
              <a:solidFill>
                <a:srgbClr val="FF0000"/>
              </a:solidFill>
              <a:effectLst/>
              <a:latin typeface="+mj-lt"/>
              <a:ea typeface="等线" panose="02010600030101010101" pitchFamily="2" charset="-12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5D68D5-E4EB-23A4-2786-42F65F2921BE}"/>
              </a:ext>
            </a:extLst>
          </p:cNvPr>
          <p:cNvGrpSpPr/>
          <p:nvPr/>
        </p:nvGrpSpPr>
        <p:grpSpPr>
          <a:xfrm>
            <a:off x="273117" y="1005011"/>
            <a:ext cx="4422443" cy="5154360"/>
            <a:chOff x="555637" y="1932973"/>
            <a:chExt cx="3187737" cy="361516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03FC8961-082B-70B0-BFBF-F72A5650BD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286"/>
            <a:stretch>
              <a:fillRect/>
            </a:stretch>
          </p:blipFill>
          <p:spPr bwMode="auto">
            <a:xfrm>
              <a:off x="555637" y="1932973"/>
              <a:ext cx="3187737" cy="3615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724DC62-5040-FFBD-5432-9B17B7DFE47A}"/>
                </a:ext>
              </a:extLst>
            </p:cNvPr>
            <p:cNvSpPr/>
            <p:nvPr/>
          </p:nvSpPr>
          <p:spPr>
            <a:xfrm>
              <a:off x="1611282" y="1932973"/>
              <a:ext cx="1076446" cy="208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6172403-87C6-AB92-14EC-D61BB9CF6350}"/>
              </a:ext>
            </a:extLst>
          </p:cNvPr>
          <p:cNvSpPr txBox="1"/>
          <p:nvPr/>
        </p:nvSpPr>
        <p:spPr>
          <a:xfrm>
            <a:off x="5220611" y="3053790"/>
            <a:ext cx="41784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</a:p>
          <a:p>
            <a:pPr marL="342900" indent="-342900">
              <a:buAutoNum type="arabicParenR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saddle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0981D-E322-CEF6-7AE8-0E3900C80893}"/>
              </a:ext>
            </a:extLst>
          </p:cNvPr>
          <p:cNvSpPr txBox="1"/>
          <p:nvPr/>
        </p:nvSpPr>
        <p:spPr>
          <a:xfrm>
            <a:off x="1000801" y="4657035"/>
            <a:ext cx="136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A013E-B4BA-5333-5C19-56B20CAED0E6}"/>
              </a:ext>
            </a:extLst>
          </p:cNvPr>
          <p:cNvSpPr txBox="1"/>
          <p:nvPr/>
        </p:nvSpPr>
        <p:spPr>
          <a:xfrm>
            <a:off x="1137600" y="1966453"/>
            <a:ext cx="149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27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2212</TotalTime>
  <Words>394</Words>
  <Application>Microsoft Macintosh PowerPoint</Application>
  <PresentationFormat>Custom</PresentationFormat>
  <Paragraphs>106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Cambria Math</vt:lpstr>
      <vt:lpstr>Lucida Fax</vt:lpstr>
      <vt:lpstr>Symbol</vt:lpstr>
      <vt:lpstr>Times New Roman</vt:lpstr>
      <vt:lpstr>Wingdings</vt:lpstr>
      <vt:lpstr>Office Theme</vt:lpstr>
      <vt:lpstr>Dimer method</vt:lpstr>
      <vt:lpstr>Active volume</vt:lpstr>
      <vt:lpstr>One Vacancy one He (1V1He) in Fe</vt:lpstr>
      <vt:lpstr>PowerPoint Presentation</vt:lpstr>
      <vt:lpstr>PowerPoint Presentation</vt:lpstr>
      <vt:lpstr>Existing challenges with saddle point search</vt:lpstr>
    </vt:vector>
  </TitlesOfParts>
  <Company>UTK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Ocean's template</dc:title>
  <dc:creator>Tamene Dasa</dc:creator>
  <cp:keywords>presentation, template</cp:keywords>
  <cp:lastModifiedBy>Liang, Tao</cp:lastModifiedBy>
  <cp:revision>1824</cp:revision>
  <dcterms:created xsi:type="dcterms:W3CDTF">2022-05-23T20:39:00Z</dcterms:created>
  <dcterms:modified xsi:type="dcterms:W3CDTF">2025-11-21T19:35:41Z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1033-3.2.0.6370</vt:lpwstr>
  </property>
</Properties>
</file>